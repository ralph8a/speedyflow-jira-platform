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E57EEB-5131-4B08-92E1-77F9A504CF1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49A483-E176-4203-83EA-470C3A4135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⚠️ Interfaz genérica → fricción en flujos de soporte</a:t>
          </a:r>
        </a:p>
      </dgm:t>
    </dgm:pt>
    <dgm:pt modelId="{DC8569B4-D3C4-47EE-91F4-FA4A229133BD}" type="parTrans" cxnId="{0EDCD6BE-E9D5-43C7-A6B5-E9147F5C5AE4}">
      <dgm:prSet/>
      <dgm:spPr/>
      <dgm:t>
        <a:bodyPr/>
        <a:lstStyle/>
        <a:p>
          <a:endParaRPr lang="en-US"/>
        </a:p>
      </dgm:t>
    </dgm:pt>
    <dgm:pt modelId="{D7D0C7D3-528D-4037-9EC4-EA72212972E3}" type="sibTrans" cxnId="{0EDCD6BE-E9D5-43C7-A6B5-E9147F5C5AE4}">
      <dgm:prSet/>
      <dgm:spPr/>
      <dgm:t>
        <a:bodyPr/>
        <a:lstStyle/>
        <a:p>
          <a:endParaRPr lang="en-US"/>
        </a:p>
      </dgm:t>
    </dgm:pt>
    <dgm:pt modelId="{EF083E32-6A9A-4D3C-B588-25F09AB6C7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⚠️ Contexto fragmentado; cambio de pestañas y pérdida de hilo</a:t>
          </a:r>
        </a:p>
      </dgm:t>
    </dgm:pt>
    <dgm:pt modelId="{57FE78F2-71BD-4D28-A2DA-4A1C78B70C9F}" type="parTrans" cxnId="{5048D7A4-261E-4290-83FE-7F373D6FCAE4}">
      <dgm:prSet/>
      <dgm:spPr/>
      <dgm:t>
        <a:bodyPr/>
        <a:lstStyle/>
        <a:p>
          <a:endParaRPr lang="en-US"/>
        </a:p>
      </dgm:t>
    </dgm:pt>
    <dgm:pt modelId="{31E83AB7-10B1-45B1-B8AC-09FDDC820EBD}" type="sibTrans" cxnId="{5048D7A4-261E-4290-83FE-7F373D6FCAE4}">
      <dgm:prSet/>
      <dgm:spPr/>
      <dgm:t>
        <a:bodyPr/>
        <a:lstStyle/>
        <a:p>
          <a:endParaRPr lang="en-US"/>
        </a:p>
      </dgm:t>
    </dgm:pt>
    <dgm:pt modelId="{D20320DD-9AC9-4047-AF9E-9070290497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⚠️ Automatizaciones limitadas; tareas repetitivas</a:t>
          </a:r>
        </a:p>
      </dgm:t>
    </dgm:pt>
    <dgm:pt modelId="{F0453EDB-10BC-45A8-BA43-1B91443B1331}" type="parTrans" cxnId="{3272EDF3-AF19-4D32-91E7-E0A2F71B8117}">
      <dgm:prSet/>
      <dgm:spPr/>
      <dgm:t>
        <a:bodyPr/>
        <a:lstStyle/>
        <a:p>
          <a:endParaRPr lang="en-US"/>
        </a:p>
      </dgm:t>
    </dgm:pt>
    <dgm:pt modelId="{019BA598-AB40-474B-8767-36209628D131}" type="sibTrans" cxnId="{3272EDF3-AF19-4D32-91E7-E0A2F71B8117}">
      <dgm:prSet/>
      <dgm:spPr/>
      <dgm:t>
        <a:bodyPr/>
        <a:lstStyle/>
        <a:p>
          <a:endParaRPr lang="en-US"/>
        </a:p>
      </dgm:t>
    </dgm:pt>
    <dgm:pt modelId="{ACE2C5B1-99D2-4B63-A748-C2DA39A251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⚠️ Rendimiento en vistas con muchos tickets (latencia)</a:t>
          </a:r>
        </a:p>
      </dgm:t>
    </dgm:pt>
    <dgm:pt modelId="{646A1E8A-C21D-41A5-9BA5-8DD961FF12D7}" type="parTrans" cxnId="{2CF96981-3D7C-4BE8-AC85-9E3185B8E936}">
      <dgm:prSet/>
      <dgm:spPr/>
      <dgm:t>
        <a:bodyPr/>
        <a:lstStyle/>
        <a:p>
          <a:endParaRPr lang="en-US"/>
        </a:p>
      </dgm:t>
    </dgm:pt>
    <dgm:pt modelId="{941AB452-6D08-4841-A934-B79B6780493C}" type="sibTrans" cxnId="{2CF96981-3D7C-4BE8-AC85-9E3185B8E936}">
      <dgm:prSet/>
      <dgm:spPr/>
      <dgm:t>
        <a:bodyPr/>
        <a:lstStyle/>
        <a:p>
          <a:endParaRPr lang="en-US"/>
        </a:p>
      </dgm:t>
    </dgm:pt>
    <dgm:pt modelId="{5FB8D82B-19A1-460C-ABC6-D1F046E88965}" type="pres">
      <dgm:prSet presAssocID="{6AE57EEB-5131-4B08-92E1-77F9A504CF1C}" presName="root" presStyleCnt="0">
        <dgm:presLayoutVars>
          <dgm:dir/>
          <dgm:resizeHandles val="exact"/>
        </dgm:presLayoutVars>
      </dgm:prSet>
      <dgm:spPr/>
    </dgm:pt>
    <dgm:pt modelId="{8FA84B14-0788-409C-80BF-0E7E0F216A12}" type="pres">
      <dgm:prSet presAssocID="{6749A483-E176-4203-83EA-470C3A4135AC}" presName="compNode" presStyleCnt="0"/>
      <dgm:spPr/>
    </dgm:pt>
    <dgm:pt modelId="{EA730B4D-C12C-4B1A-B154-6855206EBD56}" type="pres">
      <dgm:prSet presAssocID="{6749A483-E176-4203-83EA-470C3A4135A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22A4C53D-5F01-4CA0-8AC4-941B1440594B}" type="pres">
      <dgm:prSet presAssocID="{6749A483-E176-4203-83EA-470C3A4135AC}" presName="spaceRect" presStyleCnt="0"/>
      <dgm:spPr/>
    </dgm:pt>
    <dgm:pt modelId="{021B11CD-6815-44DA-90B9-11EDB786EBCD}" type="pres">
      <dgm:prSet presAssocID="{6749A483-E176-4203-83EA-470C3A4135AC}" presName="textRect" presStyleLbl="revTx" presStyleIdx="0" presStyleCnt="4">
        <dgm:presLayoutVars>
          <dgm:chMax val="1"/>
          <dgm:chPref val="1"/>
        </dgm:presLayoutVars>
      </dgm:prSet>
      <dgm:spPr/>
    </dgm:pt>
    <dgm:pt modelId="{877738A7-CDFD-4E8A-9BDA-099AE069DF58}" type="pres">
      <dgm:prSet presAssocID="{D7D0C7D3-528D-4037-9EC4-EA72212972E3}" presName="sibTrans" presStyleCnt="0"/>
      <dgm:spPr/>
    </dgm:pt>
    <dgm:pt modelId="{60DC71E3-8F81-4AE0-A2FD-C5D822DE77B7}" type="pres">
      <dgm:prSet presAssocID="{EF083E32-6A9A-4D3C-B588-25F09AB6C70B}" presName="compNode" presStyleCnt="0"/>
      <dgm:spPr/>
    </dgm:pt>
    <dgm:pt modelId="{019DCD81-97A4-4970-B4B4-F8FBA928356D}" type="pres">
      <dgm:prSet presAssocID="{EF083E32-6A9A-4D3C-B588-25F09AB6C70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stañas"/>
        </a:ext>
      </dgm:extLst>
    </dgm:pt>
    <dgm:pt modelId="{31A155CB-18AF-4BC6-B8B9-E3C755EB4424}" type="pres">
      <dgm:prSet presAssocID="{EF083E32-6A9A-4D3C-B588-25F09AB6C70B}" presName="spaceRect" presStyleCnt="0"/>
      <dgm:spPr/>
    </dgm:pt>
    <dgm:pt modelId="{C69F3B6C-90DD-464A-8FC0-9FB76CC2CF39}" type="pres">
      <dgm:prSet presAssocID="{EF083E32-6A9A-4D3C-B588-25F09AB6C70B}" presName="textRect" presStyleLbl="revTx" presStyleIdx="1" presStyleCnt="4">
        <dgm:presLayoutVars>
          <dgm:chMax val="1"/>
          <dgm:chPref val="1"/>
        </dgm:presLayoutVars>
      </dgm:prSet>
      <dgm:spPr/>
    </dgm:pt>
    <dgm:pt modelId="{0F40842D-2CEF-4EA4-94EF-D7EB8F87398E}" type="pres">
      <dgm:prSet presAssocID="{31E83AB7-10B1-45B1-B8AC-09FDDC820EBD}" presName="sibTrans" presStyleCnt="0"/>
      <dgm:spPr/>
    </dgm:pt>
    <dgm:pt modelId="{01940154-2393-4889-AC06-FE0B51AB5F95}" type="pres">
      <dgm:prSet presAssocID="{D20320DD-9AC9-4047-AF9E-9070290497B3}" presName="compNode" presStyleCnt="0"/>
      <dgm:spPr/>
    </dgm:pt>
    <dgm:pt modelId="{C20D94C7-B5C5-4F4D-B5A1-1206A2EBA4F9}" type="pres">
      <dgm:prSet presAssocID="{D20320DD-9AC9-4047-AF9E-9070290497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938DA468-4EE3-4AEF-AEBB-1E9565F768FA}" type="pres">
      <dgm:prSet presAssocID="{D20320DD-9AC9-4047-AF9E-9070290497B3}" presName="spaceRect" presStyleCnt="0"/>
      <dgm:spPr/>
    </dgm:pt>
    <dgm:pt modelId="{99EFE934-C7C6-43E0-954C-8A4FAA1F7D5C}" type="pres">
      <dgm:prSet presAssocID="{D20320DD-9AC9-4047-AF9E-9070290497B3}" presName="textRect" presStyleLbl="revTx" presStyleIdx="2" presStyleCnt="4">
        <dgm:presLayoutVars>
          <dgm:chMax val="1"/>
          <dgm:chPref val="1"/>
        </dgm:presLayoutVars>
      </dgm:prSet>
      <dgm:spPr/>
    </dgm:pt>
    <dgm:pt modelId="{55D99FE3-6C60-4107-B748-C097EA3A3F47}" type="pres">
      <dgm:prSet presAssocID="{019BA598-AB40-474B-8767-36209628D131}" presName="sibTrans" presStyleCnt="0"/>
      <dgm:spPr/>
    </dgm:pt>
    <dgm:pt modelId="{7BB3FD61-5E09-4A2F-B72B-95EF217B7C00}" type="pres">
      <dgm:prSet presAssocID="{ACE2C5B1-99D2-4B63-A748-C2DA39A2515A}" presName="compNode" presStyleCnt="0"/>
      <dgm:spPr/>
    </dgm:pt>
    <dgm:pt modelId="{0B2BD4FD-F819-4E2B-BD88-EE7682F34103}" type="pres">
      <dgm:prSet presAssocID="{ACE2C5B1-99D2-4B63-A748-C2DA39A2515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FB30C835-1EF1-412A-90D8-FED7967A36C8}" type="pres">
      <dgm:prSet presAssocID="{ACE2C5B1-99D2-4B63-A748-C2DA39A2515A}" presName="spaceRect" presStyleCnt="0"/>
      <dgm:spPr/>
    </dgm:pt>
    <dgm:pt modelId="{1816A13D-013F-4AB6-AA98-79C8298CFB0F}" type="pres">
      <dgm:prSet presAssocID="{ACE2C5B1-99D2-4B63-A748-C2DA39A2515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F918B2F-7D64-45AF-885E-B2CDA7089E3B}" type="presOf" srcId="{6749A483-E176-4203-83EA-470C3A4135AC}" destId="{021B11CD-6815-44DA-90B9-11EDB786EBCD}" srcOrd="0" destOrd="0" presId="urn:microsoft.com/office/officeart/2018/2/layout/IconLabelList"/>
    <dgm:cxn modelId="{C3B7AE3F-18E1-4D70-9B79-8EB6A6D31795}" type="presOf" srcId="{EF083E32-6A9A-4D3C-B588-25F09AB6C70B}" destId="{C69F3B6C-90DD-464A-8FC0-9FB76CC2CF39}" srcOrd="0" destOrd="0" presId="urn:microsoft.com/office/officeart/2018/2/layout/IconLabelList"/>
    <dgm:cxn modelId="{D14D347A-2BA8-4B4C-8966-97279D81E2AE}" type="presOf" srcId="{D20320DD-9AC9-4047-AF9E-9070290497B3}" destId="{99EFE934-C7C6-43E0-954C-8A4FAA1F7D5C}" srcOrd="0" destOrd="0" presId="urn:microsoft.com/office/officeart/2018/2/layout/IconLabelList"/>
    <dgm:cxn modelId="{2CF96981-3D7C-4BE8-AC85-9E3185B8E936}" srcId="{6AE57EEB-5131-4B08-92E1-77F9A504CF1C}" destId="{ACE2C5B1-99D2-4B63-A748-C2DA39A2515A}" srcOrd="3" destOrd="0" parTransId="{646A1E8A-C21D-41A5-9BA5-8DD961FF12D7}" sibTransId="{941AB452-6D08-4841-A934-B79B6780493C}"/>
    <dgm:cxn modelId="{C6CF73A3-DD4B-4AEE-9D3E-DDE24A9436E2}" type="presOf" srcId="{ACE2C5B1-99D2-4B63-A748-C2DA39A2515A}" destId="{1816A13D-013F-4AB6-AA98-79C8298CFB0F}" srcOrd="0" destOrd="0" presId="urn:microsoft.com/office/officeart/2018/2/layout/IconLabelList"/>
    <dgm:cxn modelId="{5048D7A4-261E-4290-83FE-7F373D6FCAE4}" srcId="{6AE57EEB-5131-4B08-92E1-77F9A504CF1C}" destId="{EF083E32-6A9A-4D3C-B588-25F09AB6C70B}" srcOrd="1" destOrd="0" parTransId="{57FE78F2-71BD-4D28-A2DA-4A1C78B70C9F}" sibTransId="{31E83AB7-10B1-45B1-B8AC-09FDDC820EBD}"/>
    <dgm:cxn modelId="{03E716A7-36DB-4A62-8A71-48446734F1E3}" type="presOf" srcId="{6AE57EEB-5131-4B08-92E1-77F9A504CF1C}" destId="{5FB8D82B-19A1-460C-ABC6-D1F046E88965}" srcOrd="0" destOrd="0" presId="urn:microsoft.com/office/officeart/2018/2/layout/IconLabelList"/>
    <dgm:cxn modelId="{0EDCD6BE-E9D5-43C7-A6B5-E9147F5C5AE4}" srcId="{6AE57EEB-5131-4B08-92E1-77F9A504CF1C}" destId="{6749A483-E176-4203-83EA-470C3A4135AC}" srcOrd="0" destOrd="0" parTransId="{DC8569B4-D3C4-47EE-91F4-FA4A229133BD}" sibTransId="{D7D0C7D3-528D-4037-9EC4-EA72212972E3}"/>
    <dgm:cxn modelId="{3272EDF3-AF19-4D32-91E7-E0A2F71B8117}" srcId="{6AE57EEB-5131-4B08-92E1-77F9A504CF1C}" destId="{D20320DD-9AC9-4047-AF9E-9070290497B3}" srcOrd="2" destOrd="0" parTransId="{F0453EDB-10BC-45A8-BA43-1B91443B1331}" sibTransId="{019BA598-AB40-474B-8767-36209628D131}"/>
    <dgm:cxn modelId="{20B67626-D2BA-453D-B761-6A358513AE71}" type="presParOf" srcId="{5FB8D82B-19A1-460C-ABC6-D1F046E88965}" destId="{8FA84B14-0788-409C-80BF-0E7E0F216A12}" srcOrd="0" destOrd="0" presId="urn:microsoft.com/office/officeart/2018/2/layout/IconLabelList"/>
    <dgm:cxn modelId="{D472F4EE-F989-4C93-8720-E47C48CAAF55}" type="presParOf" srcId="{8FA84B14-0788-409C-80BF-0E7E0F216A12}" destId="{EA730B4D-C12C-4B1A-B154-6855206EBD56}" srcOrd="0" destOrd="0" presId="urn:microsoft.com/office/officeart/2018/2/layout/IconLabelList"/>
    <dgm:cxn modelId="{E1822D5B-BB4F-4134-9C3A-9C7B2F883881}" type="presParOf" srcId="{8FA84B14-0788-409C-80BF-0E7E0F216A12}" destId="{22A4C53D-5F01-4CA0-8AC4-941B1440594B}" srcOrd="1" destOrd="0" presId="urn:microsoft.com/office/officeart/2018/2/layout/IconLabelList"/>
    <dgm:cxn modelId="{115005AB-8D14-4C55-95CC-1E9B97532E44}" type="presParOf" srcId="{8FA84B14-0788-409C-80BF-0E7E0F216A12}" destId="{021B11CD-6815-44DA-90B9-11EDB786EBCD}" srcOrd="2" destOrd="0" presId="urn:microsoft.com/office/officeart/2018/2/layout/IconLabelList"/>
    <dgm:cxn modelId="{A76471E1-B142-43C0-B69E-DD2A71EA55A9}" type="presParOf" srcId="{5FB8D82B-19A1-460C-ABC6-D1F046E88965}" destId="{877738A7-CDFD-4E8A-9BDA-099AE069DF58}" srcOrd="1" destOrd="0" presId="urn:microsoft.com/office/officeart/2018/2/layout/IconLabelList"/>
    <dgm:cxn modelId="{7B7715E7-2C8D-4617-A7D2-5D882DF06821}" type="presParOf" srcId="{5FB8D82B-19A1-460C-ABC6-D1F046E88965}" destId="{60DC71E3-8F81-4AE0-A2FD-C5D822DE77B7}" srcOrd="2" destOrd="0" presId="urn:microsoft.com/office/officeart/2018/2/layout/IconLabelList"/>
    <dgm:cxn modelId="{A5C9BB24-12DA-41CF-8B7F-32EAE46525CD}" type="presParOf" srcId="{60DC71E3-8F81-4AE0-A2FD-C5D822DE77B7}" destId="{019DCD81-97A4-4970-B4B4-F8FBA928356D}" srcOrd="0" destOrd="0" presId="urn:microsoft.com/office/officeart/2018/2/layout/IconLabelList"/>
    <dgm:cxn modelId="{CFA4ED45-B90C-4A86-89E1-8A2E41D646BD}" type="presParOf" srcId="{60DC71E3-8F81-4AE0-A2FD-C5D822DE77B7}" destId="{31A155CB-18AF-4BC6-B8B9-E3C755EB4424}" srcOrd="1" destOrd="0" presId="urn:microsoft.com/office/officeart/2018/2/layout/IconLabelList"/>
    <dgm:cxn modelId="{DCE55450-39C0-4AD8-BB39-4F295BACEE0D}" type="presParOf" srcId="{60DC71E3-8F81-4AE0-A2FD-C5D822DE77B7}" destId="{C69F3B6C-90DD-464A-8FC0-9FB76CC2CF39}" srcOrd="2" destOrd="0" presId="urn:microsoft.com/office/officeart/2018/2/layout/IconLabelList"/>
    <dgm:cxn modelId="{20178CFE-90DC-49FD-A0A2-676B515B5E2C}" type="presParOf" srcId="{5FB8D82B-19A1-460C-ABC6-D1F046E88965}" destId="{0F40842D-2CEF-4EA4-94EF-D7EB8F87398E}" srcOrd="3" destOrd="0" presId="urn:microsoft.com/office/officeart/2018/2/layout/IconLabelList"/>
    <dgm:cxn modelId="{8E89E6EF-A19C-412C-A7CE-376E674ECD37}" type="presParOf" srcId="{5FB8D82B-19A1-460C-ABC6-D1F046E88965}" destId="{01940154-2393-4889-AC06-FE0B51AB5F95}" srcOrd="4" destOrd="0" presId="urn:microsoft.com/office/officeart/2018/2/layout/IconLabelList"/>
    <dgm:cxn modelId="{FB11FC90-450C-413F-ACA6-4C1A0E0764AA}" type="presParOf" srcId="{01940154-2393-4889-AC06-FE0B51AB5F95}" destId="{C20D94C7-B5C5-4F4D-B5A1-1206A2EBA4F9}" srcOrd="0" destOrd="0" presId="urn:microsoft.com/office/officeart/2018/2/layout/IconLabelList"/>
    <dgm:cxn modelId="{1948BB88-4F64-46E7-94DD-485F42FCFC96}" type="presParOf" srcId="{01940154-2393-4889-AC06-FE0B51AB5F95}" destId="{938DA468-4EE3-4AEF-AEBB-1E9565F768FA}" srcOrd="1" destOrd="0" presId="urn:microsoft.com/office/officeart/2018/2/layout/IconLabelList"/>
    <dgm:cxn modelId="{3CC59C13-9C16-4CF6-8F1E-22EB221F35E3}" type="presParOf" srcId="{01940154-2393-4889-AC06-FE0B51AB5F95}" destId="{99EFE934-C7C6-43E0-954C-8A4FAA1F7D5C}" srcOrd="2" destOrd="0" presId="urn:microsoft.com/office/officeart/2018/2/layout/IconLabelList"/>
    <dgm:cxn modelId="{B1678CC5-4FF1-43A5-BE1A-A7AE1B5CE9E3}" type="presParOf" srcId="{5FB8D82B-19A1-460C-ABC6-D1F046E88965}" destId="{55D99FE3-6C60-4107-B748-C097EA3A3F47}" srcOrd="5" destOrd="0" presId="urn:microsoft.com/office/officeart/2018/2/layout/IconLabelList"/>
    <dgm:cxn modelId="{9AA38BBF-B084-438C-8463-9F705314AB2B}" type="presParOf" srcId="{5FB8D82B-19A1-460C-ABC6-D1F046E88965}" destId="{7BB3FD61-5E09-4A2F-B72B-95EF217B7C00}" srcOrd="6" destOrd="0" presId="urn:microsoft.com/office/officeart/2018/2/layout/IconLabelList"/>
    <dgm:cxn modelId="{463871F1-D43A-4081-8806-1DEA353D5D08}" type="presParOf" srcId="{7BB3FD61-5E09-4A2F-B72B-95EF217B7C00}" destId="{0B2BD4FD-F819-4E2B-BD88-EE7682F34103}" srcOrd="0" destOrd="0" presId="urn:microsoft.com/office/officeart/2018/2/layout/IconLabelList"/>
    <dgm:cxn modelId="{D2769B6C-ECD2-4D86-87C1-2F925BCFDD27}" type="presParOf" srcId="{7BB3FD61-5E09-4A2F-B72B-95EF217B7C00}" destId="{FB30C835-1EF1-412A-90D8-FED7967A36C8}" srcOrd="1" destOrd="0" presId="urn:microsoft.com/office/officeart/2018/2/layout/IconLabelList"/>
    <dgm:cxn modelId="{CA4C0B11-5324-40CF-8AB9-C8E36003E590}" type="presParOf" srcId="{7BB3FD61-5E09-4A2F-B72B-95EF217B7C00}" destId="{1816A13D-013F-4AB6-AA98-79C8298CFB0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DB7F44-1AA5-4BE5-942F-27303D45949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26A9BE-A6BA-4841-9B28-E943E1836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🔹 Interfaz optimizada para soporte: tableros y atajos contextuales</a:t>
          </a:r>
        </a:p>
      </dgm:t>
    </dgm:pt>
    <dgm:pt modelId="{307993E5-95EE-41B2-9576-DBD2C3FC7F8E}" type="parTrans" cxnId="{F276544E-F4DD-423A-94F1-3406E4905FB9}">
      <dgm:prSet/>
      <dgm:spPr/>
      <dgm:t>
        <a:bodyPr/>
        <a:lstStyle/>
        <a:p>
          <a:endParaRPr lang="en-US"/>
        </a:p>
      </dgm:t>
    </dgm:pt>
    <dgm:pt modelId="{ED528EBD-CB0F-43AA-9CE7-4262DE96D58E}" type="sibTrans" cxnId="{F276544E-F4DD-423A-94F1-3406E4905FB9}">
      <dgm:prSet/>
      <dgm:spPr/>
      <dgm:t>
        <a:bodyPr/>
        <a:lstStyle/>
        <a:p>
          <a:endParaRPr lang="en-US"/>
        </a:p>
      </dgm:t>
    </dgm:pt>
    <dgm:pt modelId="{BAE583E2-012E-4D5D-9021-6B5EDAE1B8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🔹 Cachés y hashing inteligente → renders ultrarrápidos</a:t>
          </a:r>
        </a:p>
      </dgm:t>
    </dgm:pt>
    <dgm:pt modelId="{EA524EE8-28D9-4578-B5F6-00AB680F47E1}" type="parTrans" cxnId="{8AC20478-DBCC-40C5-B79D-DB52394A24DE}">
      <dgm:prSet/>
      <dgm:spPr/>
      <dgm:t>
        <a:bodyPr/>
        <a:lstStyle/>
        <a:p>
          <a:endParaRPr lang="en-US"/>
        </a:p>
      </dgm:t>
    </dgm:pt>
    <dgm:pt modelId="{6C63C351-73FE-4DEC-A9F0-1580A9521445}" type="sibTrans" cxnId="{8AC20478-DBCC-40C5-B79D-DB52394A24DE}">
      <dgm:prSet/>
      <dgm:spPr/>
      <dgm:t>
        <a:bodyPr/>
        <a:lstStyle/>
        <a:p>
          <a:endParaRPr lang="en-US"/>
        </a:p>
      </dgm:t>
    </dgm:pt>
    <dgm:pt modelId="{DFDE3E25-93E2-49D1-8604-92693FB012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🔹 AI/ML integrado: sugerencias, duplicados, prioridad predictiva</a:t>
          </a:r>
        </a:p>
      </dgm:t>
    </dgm:pt>
    <dgm:pt modelId="{C5F967F7-0CFF-4330-B439-FD00091AAC7D}" type="parTrans" cxnId="{A86A75CD-9677-4C17-BC71-E3E79790D271}">
      <dgm:prSet/>
      <dgm:spPr/>
      <dgm:t>
        <a:bodyPr/>
        <a:lstStyle/>
        <a:p>
          <a:endParaRPr lang="en-US"/>
        </a:p>
      </dgm:t>
    </dgm:pt>
    <dgm:pt modelId="{719515E4-8486-4DFC-B078-23EACAFF8DAD}" type="sibTrans" cxnId="{A86A75CD-9677-4C17-BC71-E3E79790D271}">
      <dgm:prSet/>
      <dgm:spPr/>
      <dgm:t>
        <a:bodyPr/>
        <a:lstStyle/>
        <a:p>
          <a:endParaRPr lang="en-US"/>
        </a:p>
      </dgm:t>
    </dgm:pt>
    <dgm:pt modelId="{41BD256D-3924-4FFF-9D25-2B7A14D05A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🔹 Acciones en contexto sin salir del flujo</a:t>
          </a:r>
        </a:p>
      </dgm:t>
    </dgm:pt>
    <dgm:pt modelId="{BEE6EE03-009B-4B37-84A6-EAE11912EEA5}" type="parTrans" cxnId="{83FF0404-36D0-4776-8C34-C70F4D9C8F18}">
      <dgm:prSet/>
      <dgm:spPr/>
      <dgm:t>
        <a:bodyPr/>
        <a:lstStyle/>
        <a:p>
          <a:endParaRPr lang="en-US"/>
        </a:p>
      </dgm:t>
    </dgm:pt>
    <dgm:pt modelId="{4C9F3FA7-698D-4647-87F9-1D35B71F4047}" type="sibTrans" cxnId="{83FF0404-36D0-4776-8C34-C70F4D9C8F18}">
      <dgm:prSet/>
      <dgm:spPr/>
      <dgm:t>
        <a:bodyPr/>
        <a:lstStyle/>
        <a:p>
          <a:endParaRPr lang="en-US"/>
        </a:p>
      </dgm:t>
    </dgm:pt>
    <dgm:pt modelId="{90CDA731-B6AF-478B-A61F-6A626B447814}" type="pres">
      <dgm:prSet presAssocID="{0CDB7F44-1AA5-4BE5-942F-27303D45949A}" presName="root" presStyleCnt="0">
        <dgm:presLayoutVars>
          <dgm:dir/>
          <dgm:resizeHandles val="exact"/>
        </dgm:presLayoutVars>
      </dgm:prSet>
      <dgm:spPr/>
    </dgm:pt>
    <dgm:pt modelId="{A77ED5CB-AB1A-496E-B933-FC5204898BFA}" type="pres">
      <dgm:prSet presAssocID="{9126A9BE-A6BA-4841-9B28-E943E183631A}" presName="compNode" presStyleCnt="0"/>
      <dgm:spPr/>
    </dgm:pt>
    <dgm:pt modelId="{6CE6D732-A45A-4168-9663-C50B1E857F15}" type="pres">
      <dgm:prSet presAssocID="{9126A9BE-A6BA-4841-9B28-E943E18363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9D30B06-0E36-4D10-A52B-F50A6A1886ED}" type="pres">
      <dgm:prSet presAssocID="{9126A9BE-A6BA-4841-9B28-E943E183631A}" presName="spaceRect" presStyleCnt="0"/>
      <dgm:spPr/>
    </dgm:pt>
    <dgm:pt modelId="{761981D9-2ADA-4797-8EDA-D001B05CEB83}" type="pres">
      <dgm:prSet presAssocID="{9126A9BE-A6BA-4841-9B28-E943E183631A}" presName="textRect" presStyleLbl="revTx" presStyleIdx="0" presStyleCnt="4">
        <dgm:presLayoutVars>
          <dgm:chMax val="1"/>
          <dgm:chPref val="1"/>
        </dgm:presLayoutVars>
      </dgm:prSet>
      <dgm:spPr/>
    </dgm:pt>
    <dgm:pt modelId="{A9363308-5303-4EAA-9D34-2FE46C920897}" type="pres">
      <dgm:prSet presAssocID="{ED528EBD-CB0F-43AA-9CE7-4262DE96D58E}" presName="sibTrans" presStyleCnt="0"/>
      <dgm:spPr/>
    </dgm:pt>
    <dgm:pt modelId="{B3314F43-4712-4982-AE26-D8B9EA0484AD}" type="pres">
      <dgm:prSet presAssocID="{BAE583E2-012E-4D5D-9021-6B5EDAE1B832}" presName="compNode" presStyleCnt="0"/>
      <dgm:spPr/>
    </dgm:pt>
    <dgm:pt modelId="{9D7FDC6A-09BA-4D17-9929-ECF19EFCC381}" type="pres">
      <dgm:prSet presAssocID="{BAE583E2-012E-4D5D-9021-6B5EDAE1B8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FA42D28-9EC1-48C4-814A-1A12EDB5CC50}" type="pres">
      <dgm:prSet presAssocID="{BAE583E2-012E-4D5D-9021-6B5EDAE1B832}" presName="spaceRect" presStyleCnt="0"/>
      <dgm:spPr/>
    </dgm:pt>
    <dgm:pt modelId="{A201FE1A-DF26-49B8-9981-0C693DDF4021}" type="pres">
      <dgm:prSet presAssocID="{BAE583E2-012E-4D5D-9021-6B5EDAE1B832}" presName="textRect" presStyleLbl="revTx" presStyleIdx="1" presStyleCnt="4">
        <dgm:presLayoutVars>
          <dgm:chMax val="1"/>
          <dgm:chPref val="1"/>
        </dgm:presLayoutVars>
      </dgm:prSet>
      <dgm:spPr/>
    </dgm:pt>
    <dgm:pt modelId="{85D9F1CC-2EC3-418B-A506-163F8A298136}" type="pres">
      <dgm:prSet presAssocID="{6C63C351-73FE-4DEC-A9F0-1580A9521445}" presName="sibTrans" presStyleCnt="0"/>
      <dgm:spPr/>
    </dgm:pt>
    <dgm:pt modelId="{8C13C188-102E-4BA3-A417-F0F028BE2FE5}" type="pres">
      <dgm:prSet presAssocID="{DFDE3E25-93E2-49D1-8604-92693FB01202}" presName="compNode" presStyleCnt="0"/>
      <dgm:spPr/>
    </dgm:pt>
    <dgm:pt modelId="{55AAE4F4-4CD4-4755-910D-7C3E12351295}" type="pres">
      <dgm:prSet presAssocID="{DFDE3E25-93E2-49D1-8604-92693FB012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erinto"/>
        </a:ext>
      </dgm:extLst>
    </dgm:pt>
    <dgm:pt modelId="{2D5FC423-F93B-413A-8992-F294621F0638}" type="pres">
      <dgm:prSet presAssocID="{DFDE3E25-93E2-49D1-8604-92693FB01202}" presName="spaceRect" presStyleCnt="0"/>
      <dgm:spPr/>
    </dgm:pt>
    <dgm:pt modelId="{F324DDA8-3F2A-4648-83A0-414B58438971}" type="pres">
      <dgm:prSet presAssocID="{DFDE3E25-93E2-49D1-8604-92693FB01202}" presName="textRect" presStyleLbl="revTx" presStyleIdx="2" presStyleCnt="4">
        <dgm:presLayoutVars>
          <dgm:chMax val="1"/>
          <dgm:chPref val="1"/>
        </dgm:presLayoutVars>
      </dgm:prSet>
      <dgm:spPr/>
    </dgm:pt>
    <dgm:pt modelId="{AB972339-3773-453E-A72A-1C21300ADF9D}" type="pres">
      <dgm:prSet presAssocID="{719515E4-8486-4DFC-B078-23EACAFF8DAD}" presName="sibTrans" presStyleCnt="0"/>
      <dgm:spPr/>
    </dgm:pt>
    <dgm:pt modelId="{768CD846-7115-4EA6-93F3-CA0CABDAC6B9}" type="pres">
      <dgm:prSet presAssocID="{41BD256D-3924-4FFF-9D25-2B7A14D05A3F}" presName="compNode" presStyleCnt="0"/>
      <dgm:spPr/>
    </dgm:pt>
    <dgm:pt modelId="{FEAC627F-BB42-4221-993F-199317ED5BB4}" type="pres">
      <dgm:prSet presAssocID="{41BD256D-3924-4FFF-9D25-2B7A14D05A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CBABA43-BA48-4101-A446-276CACC60CEE}" type="pres">
      <dgm:prSet presAssocID="{41BD256D-3924-4FFF-9D25-2B7A14D05A3F}" presName="spaceRect" presStyleCnt="0"/>
      <dgm:spPr/>
    </dgm:pt>
    <dgm:pt modelId="{EC783830-FA7B-4486-A6DA-E92117B916D9}" type="pres">
      <dgm:prSet presAssocID="{41BD256D-3924-4FFF-9D25-2B7A14D05A3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3FF0404-36D0-4776-8C34-C70F4D9C8F18}" srcId="{0CDB7F44-1AA5-4BE5-942F-27303D45949A}" destId="{41BD256D-3924-4FFF-9D25-2B7A14D05A3F}" srcOrd="3" destOrd="0" parTransId="{BEE6EE03-009B-4B37-84A6-EAE11912EEA5}" sibTransId="{4C9F3FA7-698D-4647-87F9-1D35B71F4047}"/>
    <dgm:cxn modelId="{E802FD06-7B3A-472F-A655-AA5A73D063CD}" type="presOf" srcId="{41BD256D-3924-4FFF-9D25-2B7A14D05A3F}" destId="{EC783830-FA7B-4486-A6DA-E92117B916D9}" srcOrd="0" destOrd="0" presId="urn:microsoft.com/office/officeart/2018/2/layout/IconLabelList"/>
    <dgm:cxn modelId="{D47C7541-CED5-4B76-9C49-657DF4729C52}" type="presOf" srcId="{0CDB7F44-1AA5-4BE5-942F-27303D45949A}" destId="{90CDA731-B6AF-478B-A61F-6A626B447814}" srcOrd="0" destOrd="0" presId="urn:microsoft.com/office/officeart/2018/2/layout/IconLabelList"/>
    <dgm:cxn modelId="{66119C47-BA63-4049-922E-3C305E4D2144}" type="presOf" srcId="{BAE583E2-012E-4D5D-9021-6B5EDAE1B832}" destId="{A201FE1A-DF26-49B8-9981-0C693DDF4021}" srcOrd="0" destOrd="0" presId="urn:microsoft.com/office/officeart/2018/2/layout/IconLabelList"/>
    <dgm:cxn modelId="{F276544E-F4DD-423A-94F1-3406E4905FB9}" srcId="{0CDB7F44-1AA5-4BE5-942F-27303D45949A}" destId="{9126A9BE-A6BA-4841-9B28-E943E183631A}" srcOrd="0" destOrd="0" parTransId="{307993E5-95EE-41B2-9576-DBD2C3FC7F8E}" sibTransId="{ED528EBD-CB0F-43AA-9CE7-4262DE96D58E}"/>
    <dgm:cxn modelId="{8AC20478-DBCC-40C5-B79D-DB52394A24DE}" srcId="{0CDB7F44-1AA5-4BE5-942F-27303D45949A}" destId="{BAE583E2-012E-4D5D-9021-6B5EDAE1B832}" srcOrd="1" destOrd="0" parTransId="{EA524EE8-28D9-4578-B5F6-00AB680F47E1}" sibTransId="{6C63C351-73FE-4DEC-A9F0-1580A9521445}"/>
    <dgm:cxn modelId="{975A5FB7-77B2-46B4-9133-1DB6AEFD858B}" type="presOf" srcId="{9126A9BE-A6BA-4841-9B28-E943E183631A}" destId="{761981D9-2ADA-4797-8EDA-D001B05CEB83}" srcOrd="0" destOrd="0" presId="urn:microsoft.com/office/officeart/2018/2/layout/IconLabelList"/>
    <dgm:cxn modelId="{A86A75CD-9677-4C17-BC71-E3E79790D271}" srcId="{0CDB7F44-1AA5-4BE5-942F-27303D45949A}" destId="{DFDE3E25-93E2-49D1-8604-92693FB01202}" srcOrd="2" destOrd="0" parTransId="{C5F967F7-0CFF-4330-B439-FD00091AAC7D}" sibTransId="{719515E4-8486-4DFC-B078-23EACAFF8DAD}"/>
    <dgm:cxn modelId="{1DBC39F7-EA51-44CB-80CE-AE3B584893E9}" type="presOf" srcId="{DFDE3E25-93E2-49D1-8604-92693FB01202}" destId="{F324DDA8-3F2A-4648-83A0-414B58438971}" srcOrd="0" destOrd="0" presId="urn:microsoft.com/office/officeart/2018/2/layout/IconLabelList"/>
    <dgm:cxn modelId="{BED88363-BA9D-4D08-8C74-1943DB423B2D}" type="presParOf" srcId="{90CDA731-B6AF-478B-A61F-6A626B447814}" destId="{A77ED5CB-AB1A-496E-B933-FC5204898BFA}" srcOrd="0" destOrd="0" presId="urn:microsoft.com/office/officeart/2018/2/layout/IconLabelList"/>
    <dgm:cxn modelId="{56CFB444-0798-477E-B899-FDFFEB3DA9C8}" type="presParOf" srcId="{A77ED5CB-AB1A-496E-B933-FC5204898BFA}" destId="{6CE6D732-A45A-4168-9663-C50B1E857F15}" srcOrd="0" destOrd="0" presId="urn:microsoft.com/office/officeart/2018/2/layout/IconLabelList"/>
    <dgm:cxn modelId="{83A96EF3-3222-4473-80D8-26C89924B25E}" type="presParOf" srcId="{A77ED5CB-AB1A-496E-B933-FC5204898BFA}" destId="{C9D30B06-0E36-4D10-A52B-F50A6A1886ED}" srcOrd="1" destOrd="0" presId="urn:microsoft.com/office/officeart/2018/2/layout/IconLabelList"/>
    <dgm:cxn modelId="{BBCD3EE2-FBEA-45C7-8A2E-996DFE0C33BC}" type="presParOf" srcId="{A77ED5CB-AB1A-496E-B933-FC5204898BFA}" destId="{761981D9-2ADA-4797-8EDA-D001B05CEB83}" srcOrd="2" destOrd="0" presId="urn:microsoft.com/office/officeart/2018/2/layout/IconLabelList"/>
    <dgm:cxn modelId="{5FE08759-1F15-458F-AB4C-657D24719DE7}" type="presParOf" srcId="{90CDA731-B6AF-478B-A61F-6A626B447814}" destId="{A9363308-5303-4EAA-9D34-2FE46C920897}" srcOrd="1" destOrd="0" presId="urn:microsoft.com/office/officeart/2018/2/layout/IconLabelList"/>
    <dgm:cxn modelId="{A863EA60-DABE-4459-AC67-F672DCB52CA0}" type="presParOf" srcId="{90CDA731-B6AF-478B-A61F-6A626B447814}" destId="{B3314F43-4712-4982-AE26-D8B9EA0484AD}" srcOrd="2" destOrd="0" presId="urn:microsoft.com/office/officeart/2018/2/layout/IconLabelList"/>
    <dgm:cxn modelId="{D650CF58-7C67-400F-80EF-09B6E4BCEBF6}" type="presParOf" srcId="{B3314F43-4712-4982-AE26-D8B9EA0484AD}" destId="{9D7FDC6A-09BA-4D17-9929-ECF19EFCC381}" srcOrd="0" destOrd="0" presId="urn:microsoft.com/office/officeart/2018/2/layout/IconLabelList"/>
    <dgm:cxn modelId="{79E56E94-1D32-4E9E-873B-58BCE3FE019A}" type="presParOf" srcId="{B3314F43-4712-4982-AE26-D8B9EA0484AD}" destId="{AFA42D28-9EC1-48C4-814A-1A12EDB5CC50}" srcOrd="1" destOrd="0" presId="urn:microsoft.com/office/officeart/2018/2/layout/IconLabelList"/>
    <dgm:cxn modelId="{03CFC545-5C53-4523-A6F8-9BF4A599AE09}" type="presParOf" srcId="{B3314F43-4712-4982-AE26-D8B9EA0484AD}" destId="{A201FE1A-DF26-49B8-9981-0C693DDF4021}" srcOrd="2" destOrd="0" presId="urn:microsoft.com/office/officeart/2018/2/layout/IconLabelList"/>
    <dgm:cxn modelId="{559F2452-FBCC-4C86-BC42-0791F7CBE065}" type="presParOf" srcId="{90CDA731-B6AF-478B-A61F-6A626B447814}" destId="{85D9F1CC-2EC3-418B-A506-163F8A298136}" srcOrd="3" destOrd="0" presId="urn:microsoft.com/office/officeart/2018/2/layout/IconLabelList"/>
    <dgm:cxn modelId="{A1711C54-6B2B-476A-A245-FE6DEA4C0D9B}" type="presParOf" srcId="{90CDA731-B6AF-478B-A61F-6A626B447814}" destId="{8C13C188-102E-4BA3-A417-F0F028BE2FE5}" srcOrd="4" destOrd="0" presId="urn:microsoft.com/office/officeart/2018/2/layout/IconLabelList"/>
    <dgm:cxn modelId="{EB2612CB-B9B7-41C7-832E-B3BF7136605F}" type="presParOf" srcId="{8C13C188-102E-4BA3-A417-F0F028BE2FE5}" destId="{55AAE4F4-4CD4-4755-910D-7C3E12351295}" srcOrd="0" destOrd="0" presId="urn:microsoft.com/office/officeart/2018/2/layout/IconLabelList"/>
    <dgm:cxn modelId="{A6D96288-2348-467F-B042-DDAE6F9D5380}" type="presParOf" srcId="{8C13C188-102E-4BA3-A417-F0F028BE2FE5}" destId="{2D5FC423-F93B-413A-8992-F294621F0638}" srcOrd="1" destOrd="0" presId="urn:microsoft.com/office/officeart/2018/2/layout/IconLabelList"/>
    <dgm:cxn modelId="{7F9C2C95-4B33-4DAC-9176-F28C35E6D905}" type="presParOf" srcId="{8C13C188-102E-4BA3-A417-F0F028BE2FE5}" destId="{F324DDA8-3F2A-4648-83A0-414B58438971}" srcOrd="2" destOrd="0" presId="urn:microsoft.com/office/officeart/2018/2/layout/IconLabelList"/>
    <dgm:cxn modelId="{69E0AEA9-24D6-4396-8AE7-5726D4D3E56F}" type="presParOf" srcId="{90CDA731-B6AF-478B-A61F-6A626B447814}" destId="{AB972339-3773-453E-A72A-1C21300ADF9D}" srcOrd="5" destOrd="0" presId="urn:microsoft.com/office/officeart/2018/2/layout/IconLabelList"/>
    <dgm:cxn modelId="{63233DDD-2BB5-4C89-B895-2364BA9513D5}" type="presParOf" srcId="{90CDA731-B6AF-478B-A61F-6A626B447814}" destId="{768CD846-7115-4EA6-93F3-CA0CABDAC6B9}" srcOrd="6" destOrd="0" presId="urn:microsoft.com/office/officeart/2018/2/layout/IconLabelList"/>
    <dgm:cxn modelId="{FCEBC1CC-5A2D-4AA9-B529-0E99EF71EFA5}" type="presParOf" srcId="{768CD846-7115-4EA6-93F3-CA0CABDAC6B9}" destId="{FEAC627F-BB42-4221-993F-199317ED5BB4}" srcOrd="0" destOrd="0" presId="urn:microsoft.com/office/officeart/2018/2/layout/IconLabelList"/>
    <dgm:cxn modelId="{0ACD808F-6A0B-4850-87D7-AC7229EE48D8}" type="presParOf" srcId="{768CD846-7115-4EA6-93F3-CA0CABDAC6B9}" destId="{9CBABA43-BA48-4101-A446-276CACC60CEE}" srcOrd="1" destOrd="0" presId="urn:microsoft.com/office/officeart/2018/2/layout/IconLabelList"/>
    <dgm:cxn modelId="{F7FF1930-7E42-4497-B0B2-0CA89381D844}" type="presParOf" srcId="{768CD846-7115-4EA6-93F3-CA0CABDAC6B9}" destId="{EC783830-FA7B-4486-A6DA-E92117B916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7993DB-19B9-4882-8881-4677393013F8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ED5D607-4AB5-4E3B-AE04-D786B1087047}">
      <dgm:prSet/>
      <dgm:spPr/>
      <dgm:t>
        <a:bodyPr/>
        <a:lstStyle/>
        <a:p>
          <a:r>
            <a:rPr lang="en-US"/>
            <a:t>📈 Reducción tiempo medio por ticket: -30% a -60% (estimado)</a:t>
          </a:r>
        </a:p>
      </dgm:t>
    </dgm:pt>
    <dgm:pt modelId="{F2198C58-7522-4D99-84AC-4E3100163EB7}" type="parTrans" cxnId="{97934FB5-683B-4228-8BE5-A926B8679EFB}">
      <dgm:prSet/>
      <dgm:spPr/>
      <dgm:t>
        <a:bodyPr/>
        <a:lstStyle/>
        <a:p>
          <a:endParaRPr lang="en-US"/>
        </a:p>
      </dgm:t>
    </dgm:pt>
    <dgm:pt modelId="{7992E969-7F20-4B9B-8E7C-367C9ACF3337}" type="sibTrans" cxnId="{97934FB5-683B-4228-8BE5-A926B8679EFB}">
      <dgm:prSet/>
      <dgm:spPr/>
      <dgm:t>
        <a:bodyPr/>
        <a:lstStyle/>
        <a:p>
          <a:endParaRPr lang="en-US"/>
        </a:p>
      </dgm:t>
    </dgm:pt>
    <dgm:pt modelId="{5F0EEEE7-CC37-4190-A6DD-07E67A2065D3}">
      <dgm:prSet/>
      <dgm:spPr/>
      <dgm:t>
        <a:bodyPr/>
        <a:lstStyle/>
        <a:p>
          <a:r>
            <a:rPr lang="en-US"/>
            <a:t>📈 Menos re-trabajo/duplicados: hasta -40%</a:t>
          </a:r>
        </a:p>
      </dgm:t>
    </dgm:pt>
    <dgm:pt modelId="{CA5FA973-703F-415B-B601-82ECD507080D}" type="parTrans" cxnId="{6C65AE13-BAFE-40BE-B3F4-245E1A1A7AC7}">
      <dgm:prSet/>
      <dgm:spPr/>
      <dgm:t>
        <a:bodyPr/>
        <a:lstStyle/>
        <a:p>
          <a:endParaRPr lang="en-US"/>
        </a:p>
      </dgm:t>
    </dgm:pt>
    <dgm:pt modelId="{81E6D751-C07F-4A2A-B60D-57B0FF153256}" type="sibTrans" cxnId="{6C65AE13-BAFE-40BE-B3F4-245E1A1A7AC7}">
      <dgm:prSet/>
      <dgm:spPr/>
      <dgm:t>
        <a:bodyPr/>
        <a:lstStyle/>
        <a:p>
          <a:endParaRPr lang="en-US"/>
        </a:p>
      </dgm:t>
    </dgm:pt>
    <dgm:pt modelId="{E8F2EA3D-DAB1-427E-A26E-2F62E1F850D9}">
      <dgm:prSet/>
      <dgm:spPr/>
      <dgm:t>
        <a:bodyPr/>
        <a:lstStyle/>
        <a:p>
          <a:r>
            <a:rPr lang="en-US"/>
            <a:t>📈 Interacciones rápidas: vistas cacheadas &lt;100ms</a:t>
          </a:r>
        </a:p>
      </dgm:t>
    </dgm:pt>
    <dgm:pt modelId="{C42F9623-371B-40B6-BC0A-D6F13366768B}" type="parTrans" cxnId="{129DBA98-7064-4C1D-9CF8-A6F31F82894E}">
      <dgm:prSet/>
      <dgm:spPr/>
      <dgm:t>
        <a:bodyPr/>
        <a:lstStyle/>
        <a:p>
          <a:endParaRPr lang="en-US"/>
        </a:p>
      </dgm:t>
    </dgm:pt>
    <dgm:pt modelId="{4076F71A-A66D-475C-8546-B49A59ECF198}" type="sibTrans" cxnId="{129DBA98-7064-4C1D-9CF8-A6F31F82894E}">
      <dgm:prSet/>
      <dgm:spPr/>
      <dgm:t>
        <a:bodyPr/>
        <a:lstStyle/>
        <a:p>
          <a:endParaRPr lang="en-US"/>
        </a:p>
      </dgm:t>
    </dgm:pt>
    <dgm:pt modelId="{01EEE881-26C1-4CEF-A0FF-E1949F8DA374}">
      <dgm:prSet/>
      <dgm:spPr/>
      <dgm:t>
        <a:bodyPr/>
        <a:lstStyle/>
        <a:p>
          <a:r>
            <a:rPr lang="en-US"/>
            <a:t>📈 Mejora en CSAT y cumplimiento de SLA</a:t>
          </a:r>
        </a:p>
      </dgm:t>
    </dgm:pt>
    <dgm:pt modelId="{CEFEA5E6-3461-4713-80A9-62791982D715}" type="parTrans" cxnId="{6CB338CE-79DB-45F4-80C9-FEAB7A89969E}">
      <dgm:prSet/>
      <dgm:spPr/>
      <dgm:t>
        <a:bodyPr/>
        <a:lstStyle/>
        <a:p>
          <a:endParaRPr lang="en-US"/>
        </a:p>
      </dgm:t>
    </dgm:pt>
    <dgm:pt modelId="{1F5B930E-536F-47B1-9ACB-003E7E3A6454}" type="sibTrans" cxnId="{6CB338CE-79DB-45F4-80C9-FEAB7A89969E}">
      <dgm:prSet/>
      <dgm:spPr/>
      <dgm:t>
        <a:bodyPr/>
        <a:lstStyle/>
        <a:p>
          <a:endParaRPr lang="en-US"/>
        </a:p>
      </dgm:t>
    </dgm:pt>
    <dgm:pt modelId="{D1FCABBF-F0A9-4CC0-A337-E5942EBC9E2D}" type="pres">
      <dgm:prSet presAssocID="{D67993DB-19B9-4882-8881-4677393013F8}" presName="diagram" presStyleCnt="0">
        <dgm:presLayoutVars>
          <dgm:dir/>
          <dgm:resizeHandles val="exact"/>
        </dgm:presLayoutVars>
      </dgm:prSet>
      <dgm:spPr/>
    </dgm:pt>
    <dgm:pt modelId="{B0458866-C7BB-476E-AD4C-0BAADBC1BDC7}" type="pres">
      <dgm:prSet presAssocID="{AED5D607-4AB5-4E3B-AE04-D786B1087047}" presName="arrow" presStyleLbl="node1" presStyleIdx="0" presStyleCnt="4">
        <dgm:presLayoutVars>
          <dgm:bulletEnabled val="1"/>
        </dgm:presLayoutVars>
      </dgm:prSet>
      <dgm:spPr/>
    </dgm:pt>
    <dgm:pt modelId="{179BF92A-9326-404A-A0CA-30181BFB9C4C}" type="pres">
      <dgm:prSet presAssocID="{5F0EEEE7-CC37-4190-A6DD-07E67A2065D3}" presName="arrow" presStyleLbl="node1" presStyleIdx="1" presStyleCnt="4">
        <dgm:presLayoutVars>
          <dgm:bulletEnabled val="1"/>
        </dgm:presLayoutVars>
      </dgm:prSet>
      <dgm:spPr/>
    </dgm:pt>
    <dgm:pt modelId="{0BB54CDD-C812-4E2D-BDBF-B2D37403D59E}" type="pres">
      <dgm:prSet presAssocID="{E8F2EA3D-DAB1-427E-A26E-2F62E1F850D9}" presName="arrow" presStyleLbl="node1" presStyleIdx="2" presStyleCnt="4">
        <dgm:presLayoutVars>
          <dgm:bulletEnabled val="1"/>
        </dgm:presLayoutVars>
      </dgm:prSet>
      <dgm:spPr/>
    </dgm:pt>
    <dgm:pt modelId="{E994FBC3-560F-43FF-B454-AE2D448E425C}" type="pres">
      <dgm:prSet presAssocID="{01EEE881-26C1-4CEF-A0FF-E1949F8DA374}" presName="arrow" presStyleLbl="node1" presStyleIdx="3" presStyleCnt="4">
        <dgm:presLayoutVars>
          <dgm:bulletEnabled val="1"/>
        </dgm:presLayoutVars>
      </dgm:prSet>
      <dgm:spPr/>
    </dgm:pt>
  </dgm:ptLst>
  <dgm:cxnLst>
    <dgm:cxn modelId="{6C65AE13-BAFE-40BE-B3F4-245E1A1A7AC7}" srcId="{D67993DB-19B9-4882-8881-4677393013F8}" destId="{5F0EEEE7-CC37-4190-A6DD-07E67A2065D3}" srcOrd="1" destOrd="0" parTransId="{CA5FA973-703F-415B-B601-82ECD507080D}" sibTransId="{81E6D751-C07F-4A2A-B60D-57B0FF153256}"/>
    <dgm:cxn modelId="{5D7F286D-2994-440C-A2A8-AD55484D6F8E}" type="presOf" srcId="{E8F2EA3D-DAB1-427E-A26E-2F62E1F850D9}" destId="{0BB54CDD-C812-4E2D-BDBF-B2D37403D59E}" srcOrd="0" destOrd="0" presId="urn:microsoft.com/office/officeart/2005/8/layout/arrow5"/>
    <dgm:cxn modelId="{2733947E-E36C-4EC4-9EB4-19BAB42F47CB}" type="presOf" srcId="{01EEE881-26C1-4CEF-A0FF-E1949F8DA374}" destId="{E994FBC3-560F-43FF-B454-AE2D448E425C}" srcOrd="0" destOrd="0" presId="urn:microsoft.com/office/officeart/2005/8/layout/arrow5"/>
    <dgm:cxn modelId="{183D9496-9373-4DDB-8C54-BE22B535E3BE}" type="presOf" srcId="{AED5D607-4AB5-4E3B-AE04-D786B1087047}" destId="{B0458866-C7BB-476E-AD4C-0BAADBC1BDC7}" srcOrd="0" destOrd="0" presId="urn:microsoft.com/office/officeart/2005/8/layout/arrow5"/>
    <dgm:cxn modelId="{129DBA98-7064-4C1D-9CF8-A6F31F82894E}" srcId="{D67993DB-19B9-4882-8881-4677393013F8}" destId="{E8F2EA3D-DAB1-427E-A26E-2F62E1F850D9}" srcOrd="2" destOrd="0" parTransId="{C42F9623-371B-40B6-BC0A-D6F13366768B}" sibTransId="{4076F71A-A66D-475C-8546-B49A59ECF198}"/>
    <dgm:cxn modelId="{97934FB5-683B-4228-8BE5-A926B8679EFB}" srcId="{D67993DB-19B9-4882-8881-4677393013F8}" destId="{AED5D607-4AB5-4E3B-AE04-D786B1087047}" srcOrd="0" destOrd="0" parTransId="{F2198C58-7522-4D99-84AC-4E3100163EB7}" sibTransId="{7992E969-7F20-4B9B-8E7C-367C9ACF3337}"/>
    <dgm:cxn modelId="{6CB338CE-79DB-45F4-80C9-FEAB7A89969E}" srcId="{D67993DB-19B9-4882-8881-4677393013F8}" destId="{01EEE881-26C1-4CEF-A0FF-E1949F8DA374}" srcOrd="3" destOrd="0" parTransId="{CEFEA5E6-3461-4713-80A9-62791982D715}" sibTransId="{1F5B930E-536F-47B1-9ACB-003E7E3A6454}"/>
    <dgm:cxn modelId="{814E81D6-63E5-4945-B09F-799C8B31AAFD}" type="presOf" srcId="{5F0EEEE7-CC37-4190-A6DD-07E67A2065D3}" destId="{179BF92A-9326-404A-A0CA-30181BFB9C4C}" srcOrd="0" destOrd="0" presId="urn:microsoft.com/office/officeart/2005/8/layout/arrow5"/>
    <dgm:cxn modelId="{506F6AE7-C377-47AF-8545-2937580CAECC}" type="presOf" srcId="{D67993DB-19B9-4882-8881-4677393013F8}" destId="{D1FCABBF-F0A9-4CC0-A337-E5942EBC9E2D}" srcOrd="0" destOrd="0" presId="urn:microsoft.com/office/officeart/2005/8/layout/arrow5"/>
    <dgm:cxn modelId="{92F29CA3-0F46-4794-89D0-1A94F35A29C2}" type="presParOf" srcId="{D1FCABBF-F0A9-4CC0-A337-E5942EBC9E2D}" destId="{B0458866-C7BB-476E-AD4C-0BAADBC1BDC7}" srcOrd="0" destOrd="0" presId="urn:microsoft.com/office/officeart/2005/8/layout/arrow5"/>
    <dgm:cxn modelId="{EBCC4D47-75AB-4CE4-B2B1-0151C019E4FE}" type="presParOf" srcId="{D1FCABBF-F0A9-4CC0-A337-E5942EBC9E2D}" destId="{179BF92A-9326-404A-A0CA-30181BFB9C4C}" srcOrd="1" destOrd="0" presId="urn:microsoft.com/office/officeart/2005/8/layout/arrow5"/>
    <dgm:cxn modelId="{587D8F49-78F5-4010-8E66-2DE97A3431F6}" type="presParOf" srcId="{D1FCABBF-F0A9-4CC0-A337-E5942EBC9E2D}" destId="{0BB54CDD-C812-4E2D-BDBF-B2D37403D59E}" srcOrd="2" destOrd="0" presId="urn:microsoft.com/office/officeart/2005/8/layout/arrow5"/>
    <dgm:cxn modelId="{DE4401F7-32C0-43A9-9EEE-669E19D41278}" type="presParOf" srcId="{D1FCABBF-F0A9-4CC0-A337-E5942EBC9E2D}" destId="{E994FBC3-560F-43FF-B454-AE2D448E425C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3D5DB7-BE78-4E44-8766-63F2B5227F2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216728-1B9A-4968-B719-BEEA60E222A1}">
      <dgm:prSet/>
      <dgm:spPr/>
      <dgm:t>
        <a:bodyPr/>
        <a:lstStyle/>
        <a:p>
          <a:r>
            <a:rPr lang="en-US"/>
            <a:t>🛠️ Triple capa de caching (sidebar, tablero, issue)</a:t>
          </a:r>
        </a:p>
      </dgm:t>
    </dgm:pt>
    <dgm:pt modelId="{D1C911DA-6F68-4F68-A233-9391B01375B1}" type="parTrans" cxnId="{248D9946-C822-4BBD-B189-577FE1EC5E4F}">
      <dgm:prSet/>
      <dgm:spPr/>
      <dgm:t>
        <a:bodyPr/>
        <a:lstStyle/>
        <a:p>
          <a:endParaRPr lang="en-US"/>
        </a:p>
      </dgm:t>
    </dgm:pt>
    <dgm:pt modelId="{008B759C-18A1-4272-8084-640185A79C08}" type="sibTrans" cxnId="{248D9946-C822-4BBD-B189-577FE1EC5E4F}">
      <dgm:prSet/>
      <dgm:spPr/>
      <dgm:t>
        <a:bodyPr/>
        <a:lstStyle/>
        <a:p>
          <a:endParaRPr lang="en-US"/>
        </a:p>
      </dgm:t>
    </dgm:pt>
    <dgm:pt modelId="{B31435A1-D2F1-40AA-87CF-2D397875DACB}">
      <dgm:prSet/>
      <dgm:spPr/>
      <dgm:t>
        <a:bodyPr/>
        <a:lstStyle/>
        <a:p>
          <a:r>
            <a:rPr lang="en-US"/>
            <a:t>🛠️ FlowingContext: sugerencias contextuales en tiempo real</a:t>
          </a:r>
        </a:p>
      </dgm:t>
    </dgm:pt>
    <dgm:pt modelId="{8E0FE7AB-E4A8-43DA-B76D-A942FD8A86C2}" type="parTrans" cxnId="{923B2EAF-B3DD-4100-9C82-32BE12DDD3B5}">
      <dgm:prSet/>
      <dgm:spPr/>
      <dgm:t>
        <a:bodyPr/>
        <a:lstStyle/>
        <a:p>
          <a:endParaRPr lang="en-US"/>
        </a:p>
      </dgm:t>
    </dgm:pt>
    <dgm:pt modelId="{6485A9EE-8C74-454F-B1CB-59935F0D20F7}" type="sibTrans" cxnId="{923B2EAF-B3DD-4100-9C82-32BE12DDD3B5}">
      <dgm:prSet/>
      <dgm:spPr/>
      <dgm:t>
        <a:bodyPr/>
        <a:lstStyle/>
        <a:p>
          <a:endParaRPr lang="en-US"/>
        </a:p>
      </dgm:t>
    </dgm:pt>
    <dgm:pt modelId="{FC0B44B4-429F-4A6E-AD58-B9CCF2CB516F}">
      <dgm:prSet/>
      <dgm:spPr/>
      <dgm:t>
        <a:bodyPr/>
        <a:lstStyle/>
        <a:p>
          <a:r>
            <a:rPr lang="en-US"/>
            <a:t>🛠️ Hash-based rendering: re-render sólo si cambia el ticket</a:t>
          </a:r>
        </a:p>
      </dgm:t>
    </dgm:pt>
    <dgm:pt modelId="{BAC04068-0C8D-45E2-8757-022BA359BCE0}" type="parTrans" cxnId="{DCCDBBF5-5F17-4F1F-A507-396FFC020E69}">
      <dgm:prSet/>
      <dgm:spPr/>
      <dgm:t>
        <a:bodyPr/>
        <a:lstStyle/>
        <a:p>
          <a:endParaRPr lang="en-US"/>
        </a:p>
      </dgm:t>
    </dgm:pt>
    <dgm:pt modelId="{35CE65B6-29CC-42D4-A099-34B111B5F694}" type="sibTrans" cxnId="{DCCDBBF5-5F17-4F1F-A507-396FFC020E69}">
      <dgm:prSet/>
      <dgm:spPr/>
      <dgm:t>
        <a:bodyPr/>
        <a:lstStyle/>
        <a:p>
          <a:endParaRPr lang="en-US"/>
        </a:p>
      </dgm:t>
    </dgm:pt>
    <dgm:pt modelId="{3E8434F0-CB0D-4B81-9FC8-DF7565E4EF6F}">
      <dgm:prSet/>
      <dgm:spPr/>
      <dgm:t>
        <a:bodyPr/>
        <a:lstStyle/>
        <a:p>
          <a:r>
            <a:rPr lang="en-US"/>
            <a:t>🛠️ Integraciones AI plug-and-play y privacidad local</a:t>
          </a:r>
        </a:p>
      </dgm:t>
    </dgm:pt>
    <dgm:pt modelId="{809D893C-08F9-4A93-B524-2F6546929103}" type="parTrans" cxnId="{B338B22F-5517-456F-AA5C-213DC8673E89}">
      <dgm:prSet/>
      <dgm:spPr/>
      <dgm:t>
        <a:bodyPr/>
        <a:lstStyle/>
        <a:p>
          <a:endParaRPr lang="en-US"/>
        </a:p>
      </dgm:t>
    </dgm:pt>
    <dgm:pt modelId="{674ADDD9-442D-4C8A-BD5C-2063E7F0B995}" type="sibTrans" cxnId="{B338B22F-5517-456F-AA5C-213DC8673E89}">
      <dgm:prSet/>
      <dgm:spPr/>
      <dgm:t>
        <a:bodyPr/>
        <a:lstStyle/>
        <a:p>
          <a:endParaRPr lang="en-US"/>
        </a:p>
      </dgm:t>
    </dgm:pt>
    <dgm:pt modelId="{AD29CA14-C8F3-4DB3-9752-474F438BFAAD}">
      <dgm:prSet/>
      <dgm:spPr/>
      <dgm:t>
        <a:bodyPr/>
        <a:lstStyle/>
        <a:p>
          <a:r>
            <a:rPr lang="en-US"/>
            <a:t>🛠️ Kanban/Queue híbrido con reglas automáticas</a:t>
          </a:r>
        </a:p>
      </dgm:t>
    </dgm:pt>
    <dgm:pt modelId="{536DA21C-9283-4D75-BFA1-F31A34021D3E}" type="parTrans" cxnId="{2E0C3A9D-D1F8-45A1-9289-FA558BD02D62}">
      <dgm:prSet/>
      <dgm:spPr/>
      <dgm:t>
        <a:bodyPr/>
        <a:lstStyle/>
        <a:p>
          <a:endParaRPr lang="en-US"/>
        </a:p>
      </dgm:t>
    </dgm:pt>
    <dgm:pt modelId="{015C4929-282F-4583-9C48-5C69386EAF6B}" type="sibTrans" cxnId="{2E0C3A9D-D1F8-45A1-9289-FA558BD02D62}">
      <dgm:prSet/>
      <dgm:spPr/>
      <dgm:t>
        <a:bodyPr/>
        <a:lstStyle/>
        <a:p>
          <a:endParaRPr lang="en-US"/>
        </a:p>
      </dgm:t>
    </dgm:pt>
    <dgm:pt modelId="{41879693-D808-4D59-A340-D1573BBD9B46}" type="pres">
      <dgm:prSet presAssocID="{ED3D5DB7-BE78-4E44-8766-63F2B5227F20}" presName="vert0" presStyleCnt="0">
        <dgm:presLayoutVars>
          <dgm:dir/>
          <dgm:animOne val="branch"/>
          <dgm:animLvl val="lvl"/>
        </dgm:presLayoutVars>
      </dgm:prSet>
      <dgm:spPr/>
    </dgm:pt>
    <dgm:pt modelId="{31B2CC55-2E42-46F4-B6C1-3DA0ABA5312C}" type="pres">
      <dgm:prSet presAssocID="{8D216728-1B9A-4968-B719-BEEA60E222A1}" presName="thickLine" presStyleLbl="alignNode1" presStyleIdx="0" presStyleCnt="5"/>
      <dgm:spPr/>
    </dgm:pt>
    <dgm:pt modelId="{7E80F673-15D7-47A7-B013-C5F7D5C99041}" type="pres">
      <dgm:prSet presAssocID="{8D216728-1B9A-4968-B719-BEEA60E222A1}" presName="horz1" presStyleCnt="0"/>
      <dgm:spPr/>
    </dgm:pt>
    <dgm:pt modelId="{D1FF5314-8229-47CD-A649-669479B876CF}" type="pres">
      <dgm:prSet presAssocID="{8D216728-1B9A-4968-B719-BEEA60E222A1}" presName="tx1" presStyleLbl="revTx" presStyleIdx="0" presStyleCnt="5"/>
      <dgm:spPr/>
    </dgm:pt>
    <dgm:pt modelId="{877A37D1-F755-4699-B9BF-407B38437655}" type="pres">
      <dgm:prSet presAssocID="{8D216728-1B9A-4968-B719-BEEA60E222A1}" presName="vert1" presStyleCnt="0"/>
      <dgm:spPr/>
    </dgm:pt>
    <dgm:pt modelId="{EEAF81C5-4426-49E2-9A5C-13CE26096879}" type="pres">
      <dgm:prSet presAssocID="{B31435A1-D2F1-40AA-87CF-2D397875DACB}" presName="thickLine" presStyleLbl="alignNode1" presStyleIdx="1" presStyleCnt="5"/>
      <dgm:spPr/>
    </dgm:pt>
    <dgm:pt modelId="{676714BB-9B93-4804-AD26-AA25F0F2B55D}" type="pres">
      <dgm:prSet presAssocID="{B31435A1-D2F1-40AA-87CF-2D397875DACB}" presName="horz1" presStyleCnt="0"/>
      <dgm:spPr/>
    </dgm:pt>
    <dgm:pt modelId="{603943DB-A99F-455E-8AB0-3A908DC884B1}" type="pres">
      <dgm:prSet presAssocID="{B31435A1-D2F1-40AA-87CF-2D397875DACB}" presName="tx1" presStyleLbl="revTx" presStyleIdx="1" presStyleCnt="5"/>
      <dgm:spPr/>
    </dgm:pt>
    <dgm:pt modelId="{D1ADC5DE-04D6-40AC-81F3-72F303D5222B}" type="pres">
      <dgm:prSet presAssocID="{B31435A1-D2F1-40AA-87CF-2D397875DACB}" presName="vert1" presStyleCnt="0"/>
      <dgm:spPr/>
    </dgm:pt>
    <dgm:pt modelId="{9B20F904-4733-4B6A-A3AE-11EA4B3D89FC}" type="pres">
      <dgm:prSet presAssocID="{FC0B44B4-429F-4A6E-AD58-B9CCF2CB516F}" presName="thickLine" presStyleLbl="alignNode1" presStyleIdx="2" presStyleCnt="5"/>
      <dgm:spPr/>
    </dgm:pt>
    <dgm:pt modelId="{2F8E80EE-A63D-4619-BD5D-B8787FAE9850}" type="pres">
      <dgm:prSet presAssocID="{FC0B44B4-429F-4A6E-AD58-B9CCF2CB516F}" presName="horz1" presStyleCnt="0"/>
      <dgm:spPr/>
    </dgm:pt>
    <dgm:pt modelId="{3C1BCCFA-FAD0-4C6A-B105-735A6447E1F9}" type="pres">
      <dgm:prSet presAssocID="{FC0B44B4-429F-4A6E-AD58-B9CCF2CB516F}" presName="tx1" presStyleLbl="revTx" presStyleIdx="2" presStyleCnt="5"/>
      <dgm:spPr/>
    </dgm:pt>
    <dgm:pt modelId="{F980D825-5838-4CBD-982E-3CA30ECAB6DB}" type="pres">
      <dgm:prSet presAssocID="{FC0B44B4-429F-4A6E-AD58-B9CCF2CB516F}" presName="vert1" presStyleCnt="0"/>
      <dgm:spPr/>
    </dgm:pt>
    <dgm:pt modelId="{DFAC5188-45B9-4736-A636-5B90D846493E}" type="pres">
      <dgm:prSet presAssocID="{3E8434F0-CB0D-4B81-9FC8-DF7565E4EF6F}" presName="thickLine" presStyleLbl="alignNode1" presStyleIdx="3" presStyleCnt="5"/>
      <dgm:spPr/>
    </dgm:pt>
    <dgm:pt modelId="{1E1AEFEB-92B9-4648-A85D-EDDEF3FC0F36}" type="pres">
      <dgm:prSet presAssocID="{3E8434F0-CB0D-4B81-9FC8-DF7565E4EF6F}" presName="horz1" presStyleCnt="0"/>
      <dgm:spPr/>
    </dgm:pt>
    <dgm:pt modelId="{316964EE-A1A6-4DEE-9A3F-A4F597D3C0D0}" type="pres">
      <dgm:prSet presAssocID="{3E8434F0-CB0D-4B81-9FC8-DF7565E4EF6F}" presName="tx1" presStyleLbl="revTx" presStyleIdx="3" presStyleCnt="5"/>
      <dgm:spPr/>
    </dgm:pt>
    <dgm:pt modelId="{5BE153ED-5080-4CED-9C36-8AB8E3F2EDA9}" type="pres">
      <dgm:prSet presAssocID="{3E8434F0-CB0D-4B81-9FC8-DF7565E4EF6F}" presName="vert1" presStyleCnt="0"/>
      <dgm:spPr/>
    </dgm:pt>
    <dgm:pt modelId="{44F5A851-861A-4F32-8C55-C31D96A858E1}" type="pres">
      <dgm:prSet presAssocID="{AD29CA14-C8F3-4DB3-9752-474F438BFAAD}" presName="thickLine" presStyleLbl="alignNode1" presStyleIdx="4" presStyleCnt="5"/>
      <dgm:spPr/>
    </dgm:pt>
    <dgm:pt modelId="{364C8BAF-A700-4602-B34C-C103514C96EA}" type="pres">
      <dgm:prSet presAssocID="{AD29CA14-C8F3-4DB3-9752-474F438BFAAD}" presName="horz1" presStyleCnt="0"/>
      <dgm:spPr/>
    </dgm:pt>
    <dgm:pt modelId="{DB770860-4AA5-43EB-A77B-95D0C8030F33}" type="pres">
      <dgm:prSet presAssocID="{AD29CA14-C8F3-4DB3-9752-474F438BFAAD}" presName="tx1" presStyleLbl="revTx" presStyleIdx="4" presStyleCnt="5"/>
      <dgm:spPr/>
    </dgm:pt>
    <dgm:pt modelId="{37AEF41D-3B2F-4DEC-8B6E-A9A0414D5FB4}" type="pres">
      <dgm:prSet presAssocID="{AD29CA14-C8F3-4DB3-9752-474F438BFAAD}" presName="vert1" presStyleCnt="0"/>
      <dgm:spPr/>
    </dgm:pt>
  </dgm:ptLst>
  <dgm:cxnLst>
    <dgm:cxn modelId="{B5517C0E-61FF-481E-91EF-688B83539397}" type="presOf" srcId="{ED3D5DB7-BE78-4E44-8766-63F2B5227F20}" destId="{41879693-D808-4D59-A340-D1573BBD9B46}" srcOrd="0" destOrd="0" presId="urn:microsoft.com/office/officeart/2008/layout/LinedList"/>
    <dgm:cxn modelId="{B338B22F-5517-456F-AA5C-213DC8673E89}" srcId="{ED3D5DB7-BE78-4E44-8766-63F2B5227F20}" destId="{3E8434F0-CB0D-4B81-9FC8-DF7565E4EF6F}" srcOrd="3" destOrd="0" parTransId="{809D893C-08F9-4A93-B524-2F6546929103}" sibTransId="{674ADDD9-442D-4C8A-BD5C-2063E7F0B995}"/>
    <dgm:cxn modelId="{1FA3783D-9D9A-4A6C-AB69-3FDE02FA1D1F}" type="presOf" srcId="{FC0B44B4-429F-4A6E-AD58-B9CCF2CB516F}" destId="{3C1BCCFA-FAD0-4C6A-B105-735A6447E1F9}" srcOrd="0" destOrd="0" presId="urn:microsoft.com/office/officeart/2008/layout/LinedList"/>
    <dgm:cxn modelId="{248D9946-C822-4BBD-B189-577FE1EC5E4F}" srcId="{ED3D5DB7-BE78-4E44-8766-63F2B5227F20}" destId="{8D216728-1B9A-4968-B719-BEEA60E222A1}" srcOrd="0" destOrd="0" parTransId="{D1C911DA-6F68-4F68-A233-9391B01375B1}" sibTransId="{008B759C-18A1-4272-8084-640185A79C08}"/>
    <dgm:cxn modelId="{2E0C3A9D-D1F8-45A1-9289-FA558BD02D62}" srcId="{ED3D5DB7-BE78-4E44-8766-63F2B5227F20}" destId="{AD29CA14-C8F3-4DB3-9752-474F438BFAAD}" srcOrd="4" destOrd="0" parTransId="{536DA21C-9283-4D75-BFA1-F31A34021D3E}" sibTransId="{015C4929-282F-4583-9C48-5C69386EAF6B}"/>
    <dgm:cxn modelId="{E9E490A8-F570-4574-A3DB-316C84AA8D4A}" type="presOf" srcId="{B31435A1-D2F1-40AA-87CF-2D397875DACB}" destId="{603943DB-A99F-455E-8AB0-3A908DC884B1}" srcOrd="0" destOrd="0" presId="urn:microsoft.com/office/officeart/2008/layout/LinedList"/>
    <dgm:cxn modelId="{923B2EAF-B3DD-4100-9C82-32BE12DDD3B5}" srcId="{ED3D5DB7-BE78-4E44-8766-63F2B5227F20}" destId="{B31435A1-D2F1-40AA-87CF-2D397875DACB}" srcOrd="1" destOrd="0" parTransId="{8E0FE7AB-E4A8-43DA-B76D-A942FD8A86C2}" sibTransId="{6485A9EE-8C74-454F-B1CB-59935F0D20F7}"/>
    <dgm:cxn modelId="{5C3E56C4-99B1-46FF-8247-EC66B351C922}" type="presOf" srcId="{8D216728-1B9A-4968-B719-BEEA60E222A1}" destId="{D1FF5314-8229-47CD-A649-669479B876CF}" srcOrd="0" destOrd="0" presId="urn:microsoft.com/office/officeart/2008/layout/LinedList"/>
    <dgm:cxn modelId="{3EBE2EC8-B4D7-4818-9490-A76D2F0D1D66}" type="presOf" srcId="{3E8434F0-CB0D-4B81-9FC8-DF7565E4EF6F}" destId="{316964EE-A1A6-4DEE-9A3F-A4F597D3C0D0}" srcOrd="0" destOrd="0" presId="urn:microsoft.com/office/officeart/2008/layout/LinedList"/>
    <dgm:cxn modelId="{B4C23BE8-1A3E-45E4-8C95-0C9562FA5FBC}" type="presOf" srcId="{AD29CA14-C8F3-4DB3-9752-474F438BFAAD}" destId="{DB770860-4AA5-43EB-A77B-95D0C8030F33}" srcOrd="0" destOrd="0" presId="urn:microsoft.com/office/officeart/2008/layout/LinedList"/>
    <dgm:cxn modelId="{DCCDBBF5-5F17-4F1F-A507-396FFC020E69}" srcId="{ED3D5DB7-BE78-4E44-8766-63F2B5227F20}" destId="{FC0B44B4-429F-4A6E-AD58-B9CCF2CB516F}" srcOrd="2" destOrd="0" parTransId="{BAC04068-0C8D-45E2-8757-022BA359BCE0}" sibTransId="{35CE65B6-29CC-42D4-A099-34B111B5F694}"/>
    <dgm:cxn modelId="{95B7DAF3-C6AB-4BA0-A471-BBD71D0AAFE0}" type="presParOf" srcId="{41879693-D808-4D59-A340-D1573BBD9B46}" destId="{31B2CC55-2E42-46F4-B6C1-3DA0ABA5312C}" srcOrd="0" destOrd="0" presId="urn:microsoft.com/office/officeart/2008/layout/LinedList"/>
    <dgm:cxn modelId="{521B1362-0A40-4687-A47E-E48B51F68CB7}" type="presParOf" srcId="{41879693-D808-4D59-A340-D1573BBD9B46}" destId="{7E80F673-15D7-47A7-B013-C5F7D5C99041}" srcOrd="1" destOrd="0" presId="urn:microsoft.com/office/officeart/2008/layout/LinedList"/>
    <dgm:cxn modelId="{B486657C-E579-4448-8D53-BFD6AC24ECFD}" type="presParOf" srcId="{7E80F673-15D7-47A7-B013-C5F7D5C99041}" destId="{D1FF5314-8229-47CD-A649-669479B876CF}" srcOrd="0" destOrd="0" presId="urn:microsoft.com/office/officeart/2008/layout/LinedList"/>
    <dgm:cxn modelId="{1ACFC241-1627-4C2A-9C3B-EAF0ABAF790E}" type="presParOf" srcId="{7E80F673-15D7-47A7-B013-C5F7D5C99041}" destId="{877A37D1-F755-4699-B9BF-407B38437655}" srcOrd="1" destOrd="0" presId="urn:microsoft.com/office/officeart/2008/layout/LinedList"/>
    <dgm:cxn modelId="{6D665C9F-6A4A-4C4A-A600-FE5F7ED748CF}" type="presParOf" srcId="{41879693-D808-4D59-A340-D1573BBD9B46}" destId="{EEAF81C5-4426-49E2-9A5C-13CE26096879}" srcOrd="2" destOrd="0" presId="urn:microsoft.com/office/officeart/2008/layout/LinedList"/>
    <dgm:cxn modelId="{83E37A94-9103-4630-A6B7-B7AA2D35CDF6}" type="presParOf" srcId="{41879693-D808-4D59-A340-D1573BBD9B46}" destId="{676714BB-9B93-4804-AD26-AA25F0F2B55D}" srcOrd="3" destOrd="0" presId="urn:microsoft.com/office/officeart/2008/layout/LinedList"/>
    <dgm:cxn modelId="{5E146BC1-8C89-4CD3-8F1B-F86B266D9938}" type="presParOf" srcId="{676714BB-9B93-4804-AD26-AA25F0F2B55D}" destId="{603943DB-A99F-455E-8AB0-3A908DC884B1}" srcOrd="0" destOrd="0" presId="urn:microsoft.com/office/officeart/2008/layout/LinedList"/>
    <dgm:cxn modelId="{7DEBFDE4-6F55-4A8D-951F-FBC8DDD46C56}" type="presParOf" srcId="{676714BB-9B93-4804-AD26-AA25F0F2B55D}" destId="{D1ADC5DE-04D6-40AC-81F3-72F303D5222B}" srcOrd="1" destOrd="0" presId="urn:microsoft.com/office/officeart/2008/layout/LinedList"/>
    <dgm:cxn modelId="{599D2A8A-49FE-48A0-A85B-2AF91A626EAB}" type="presParOf" srcId="{41879693-D808-4D59-A340-D1573BBD9B46}" destId="{9B20F904-4733-4B6A-A3AE-11EA4B3D89FC}" srcOrd="4" destOrd="0" presId="urn:microsoft.com/office/officeart/2008/layout/LinedList"/>
    <dgm:cxn modelId="{B4161C75-7A01-4BFD-B41C-AFF87707BDDB}" type="presParOf" srcId="{41879693-D808-4D59-A340-D1573BBD9B46}" destId="{2F8E80EE-A63D-4619-BD5D-B8787FAE9850}" srcOrd="5" destOrd="0" presId="urn:microsoft.com/office/officeart/2008/layout/LinedList"/>
    <dgm:cxn modelId="{D65CEC56-3829-43F9-8F51-97672325A386}" type="presParOf" srcId="{2F8E80EE-A63D-4619-BD5D-B8787FAE9850}" destId="{3C1BCCFA-FAD0-4C6A-B105-735A6447E1F9}" srcOrd="0" destOrd="0" presId="urn:microsoft.com/office/officeart/2008/layout/LinedList"/>
    <dgm:cxn modelId="{9D680295-59C7-4929-A834-4F80AE5BC619}" type="presParOf" srcId="{2F8E80EE-A63D-4619-BD5D-B8787FAE9850}" destId="{F980D825-5838-4CBD-982E-3CA30ECAB6DB}" srcOrd="1" destOrd="0" presId="urn:microsoft.com/office/officeart/2008/layout/LinedList"/>
    <dgm:cxn modelId="{3B48D4DE-2C3A-4333-8468-45B96CCCB88F}" type="presParOf" srcId="{41879693-D808-4D59-A340-D1573BBD9B46}" destId="{DFAC5188-45B9-4736-A636-5B90D846493E}" srcOrd="6" destOrd="0" presId="urn:microsoft.com/office/officeart/2008/layout/LinedList"/>
    <dgm:cxn modelId="{7D3F3DDE-E9B4-4219-AFF5-2923E5614E70}" type="presParOf" srcId="{41879693-D808-4D59-A340-D1573BBD9B46}" destId="{1E1AEFEB-92B9-4648-A85D-EDDEF3FC0F36}" srcOrd="7" destOrd="0" presId="urn:microsoft.com/office/officeart/2008/layout/LinedList"/>
    <dgm:cxn modelId="{18712D8A-CF1B-4924-BF32-67CACB56DDA2}" type="presParOf" srcId="{1E1AEFEB-92B9-4648-A85D-EDDEF3FC0F36}" destId="{316964EE-A1A6-4DEE-9A3F-A4F597D3C0D0}" srcOrd="0" destOrd="0" presId="urn:microsoft.com/office/officeart/2008/layout/LinedList"/>
    <dgm:cxn modelId="{2B3D379B-302C-40C4-9FE7-BDC4900B43BB}" type="presParOf" srcId="{1E1AEFEB-92B9-4648-A85D-EDDEF3FC0F36}" destId="{5BE153ED-5080-4CED-9C36-8AB8E3F2EDA9}" srcOrd="1" destOrd="0" presId="urn:microsoft.com/office/officeart/2008/layout/LinedList"/>
    <dgm:cxn modelId="{513F04E7-10C8-4C54-9078-BA36556D14A4}" type="presParOf" srcId="{41879693-D808-4D59-A340-D1573BBD9B46}" destId="{44F5A851-861A-4F32-8C55-C31D96A858E1}" srcOrd="8" destOrd="0" presId="urn:microsoft.com/office/officeart/2008/layout/LinedList"/>
    <dgm:cxn modelId="{D83330E4-D1CE-4701-B1E1-77E04F60CAF5}" type="presParOf" srcId="{41879693-D808-4D59-A340-D1573BBD9B46}" destId="{364C8BAF-A700-4602-B34C-C103514C96EA}" srcOrd="9" destOrd="0" presId="urn:microsoft.com/office/officeart/2008/layout/LinedList"/>
    <dgm:cxn modelId="{E6BB66DE-FE04-4E22-BA96-7DF348C29D7E}" type="presParOf" srcId="{364C8BAF-A700-4602-B34C-C103514C96EA}" destId="{DB770860-4AA5-43EB-A77B-95D0C8030F33}" srcOrd="0" destOrd="0" presId="urn:microsoft.com/office/officeart/2008/layout/LinedList"/>
    <dgm:cxn modelId="{5C3535C5-7455-47F2-8A98-C55B3FBFBE81}" type="presParOf" srcId="{364C8BAF-A700-4602-B34C-C103514C96EA}" destId="{37AEF41D-3B2F-4DEC-8B6E-A9A0414D5FB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FAE1D9-7190-4A99-9B60-0E7FB9DB4B4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C45784-F37D-4FB9-9604-C4D847B988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🔍 Escenario: 50 agentes, 5k tickets/mes</a:t>
          </a:r>
        </a:p>
      </dgm:t>
    </dgm:pt>
    <dgm:pt modelId="{D998A5A9-0812-444E-B178-6DFDEE1B9625}" type="parTrans" cxnId="{78EC30A3-3C7D-4E94-903F-62295F14B056}">
      <dgm:prSet/>
      <dgm:spPr/>
      <dgm:t>
        <a:bodyPr/>
        <a:lstStyle/>
        <a:p>
          <a:endParaRPr lang="en-US"/>
        </a:p>
      </dgm:t>
    </dgm:pt>
    <dgm:pt modelId="{997A9246-8100-4D11-A7BC-CFFD47359F9E}" type="sibTrans" cxnId="{78EC30A3-3C7D-4E94-903F-62295F14B056}">
      <dgm:prSet/>
      <dgm:spPr/>
      <dgm:t>
        <a:bodyPr/>
        <a:lstStyle/>
        <a:p>
          <a:endParaRPr lang="en-US"/>
        </a:p>
      </dgm:t>
    </dgm:pt>
    <dgm:pt modelId="{476D8366-3E01-40AF-9715-F4B500400D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🔍 Piloto 4 semanas → Tiempo de resolución: -35%</a:t>
          </a:r>
        </a:p>
      </dgm:t>
    </dgm:pt>
    <dgm:pt modelId="{E288F6C8-225F-45C4-B1AF-CEDAB18BC4CA}" type="parTrans" cxnId="{AA67DA0C-65FD-4DAB-9471-FD24E620E474}">
      <dgm:prSet/>
      <dgm:spPr/>
      <dgm:t>
        <a:bodyPr/>
        <a:lstStyle/>
        <a:p>
          <a:endParaRPr lang="en-US"/>
        </a:p>
      </dgm:t>
    </dgm:pt>
    <dgm:pt modelId="{D7A5AE1F-8B88-4471-AA8A-F8A00BE84786}" type="sibTrans" cxnId="{AA67DA0C-65FD-4DAB-9471-FD24E620E474}">
      <dgm:prSet/>
      <dgm:spPr/>
      <dgm:t>
        <a:bodyPr/>
        <a:lstStyle/>
        <a:p>
          <a:endParaRPr lang="en-US"/>
        </a:p>
      </dgm:t>
    </dgm:pt>
    <dgm:pt modelId="{D112B4E5-BFDA-4BBB-8FA2-7FAA290EBC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🔍 Tickets duplicados/reasignados: -30%</a:t>
          </a:r>
        </a:p>
      </dgm:t>
    </dgm:pt>
    <dgm:pt modelId="{8E58C652-2D4B-4065-95F7-25FE240351F6}" type="parTrans" cxnId="{B5B4163D-16A5-49B3-862D-13A3E0F887F2}">
      <dgm:prSet/>
      <dgm:spPr/>
      <dgm:t>
        <a:bodyPr/>
        <a:lstStyle/>
        <a:p>
          <a:endParaRPr lang="en-US"/>
        </a:p>
      </dgm:t>
    </dgm:pt>
    <dgm:pt modelId="{3EC5320A-8ADF-42E6-86AA-56F46E03F51C}" type="sibTrans" cxnId="{B5B4163D-16A5-49B3-862D-13A3E0F887F2}">
      <dgm:prSet/>
      <dgm:spPr/>
      <dgm:t>
        <a:bodyPr/>
        <a:lstStyle/>
        <a:p>
          <a:endParaRPr lang="en-US"/>
        </a:p>
      </dgm:t>
    </dgm:pt>
    <dgm:pt modelId="{598CF8BB-94BD-4FB5-A8A3-DA3ED27271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🔍 Carga de tableros: -80%</a:t>
          </a:r>
        </a:p>
      </dgm:t>
    </dgm:pt>
    <dgm:pt modelId="{A7417AA0-08B0-4691-B4DC-7BC0CB2D43EB}" type="parTrans" cxnId="{853401BF-4764-463A-AE36-2B586943B108}">
      <dgm:prSet/>
      <dgm:spPr/>
      <dgm:t>
        <a:bodyPr/>
        <a:lstStyle/>
        <a:p>
          <a:endParaRPr lang="en-US"/>
        </a:p>
      </dgm:t>
    </dgm:pt>
    <dgm:pt modelId="{3B9D08B4-DDEC-4949-AD12-9B8550D2ECD7}" type="sibTrans" cxnId="{853401BF-4764-463A-AE36-2B586943B108}">
      <dgm:prSet/>
      <dgm:spPr/>
      <dgm:t>
        <a:bodyPr/>
        <a:lstStyle/>
        <a:p>
          <a:endParaRPr lang="en-US"/>
        </a:p>
      </dgm:t>
    </dgm:pt>
    <dgm:pt modelId="{43F0B751-7578-4066-9438-95C798867F85}" type="pres">
      <dgm:prSet presAssocID="{37FAE1D9-7190-4A99-9B60-0E7FB9DB4B44}" presName="root" presStyleCnt="0">
        <dgm:presLayoutVars>
          <dgm:dir/>
          <dgm:resizeHandles val="exact"/>
        </dgm:presLayoutVars>
      </dgm:prSet>
      <dgm:spPr/>
    </dgm:pt>
    <dgm:pt modelId="{E1313FDC-FE57-4430-A4C8-DB7CDEE0DFEA}" type="pres">
      <dgm:prSet presAssocID="{52C45784-F37D-4FB9-9604-C4D847B988FB}" presName="compNode" presStyleCnt="0"/>
      <dgm:spPr/>
    </dgm:pt>
    <dgm:pt modelId="{B1428BD2-9E10-4272-99D3-1A017B170FB3}" type="pres">
      <dgm:prSet presAssocID="{52C45784-F37D-4FB9-9604-C4D847B988F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D829275-A4C2-4526-A8B1-9BF4B5160F3C}" type="pres">
      <dgm:prSet presAssocID="{52C45784-F37D-4FB9-9604-C4D847B988FB}" presName="spaceRect" presStyleCnt="0"/>
      <dgm:spPr/>
    </dgm:pt>
    <dgm:pt modelId="{B0CDF86F-D905-4F57-8989-3801AB546720}" type="pres">
      <dgm:prSet presAssocID="{52C45784-F37D-4FB9-9604-C4D847B988FB}" presName="textRect" presStyleLbl="revTx" presStyleIdx="0" presStyleCnt="4">
        <dgm:presLayoutVars>
          <dgm:chMax val="1"/>
          <dgm:chPref val="1"/>
        </dgm:presLayoutVars>
      </dgm:prSet>
      <dgm:spPr/>
    </dgm:pt>
    <dgm:pt modelId="{2C22675C-969F-4CA3-8A10-79EB40D14955}" type="pres">
      <dgm:prSet presAssocID="{997A9246-8100-4D11-A7BC-CFFD47359F9E}" presName="sibTrans" presStyleCnt="0"/>
      <dgm:spPr/>
    </dgm:pt>
    <dgm:pt modelId="{A8AE3D77-F57B-437C-B55D-5EB125E028CC}" type="pres">
      <dgm:prSet presAssocID="{476D8366-3E01-40AF-9715-F4B500400D9D}" presName="compNode" presStyleCnt="0"/>
      <dgm:spPr/>
    </dgm:pt>
    <dgm:pt modelId="{94E71EB0-C160-4248-8424-7F7E04C9F155}" type="pres">
      <dgm:prSet presAssocID="{476D8366-3E01-40AF-9715-F4B500400D9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EC250B0B-1DE4-4470-B5F9-AB0B5BF98079}" type="pres">
      <dgm:prSet presAssocID="{476D8366-3E01-40AF-9715-F4B500400D9D}" presName="spaceRect" presStyleCnt="0"/>
      <dgm:spPr/>
    </dgm:pt>
    <dgm:pt modelId="{77011D7C-A67C-427B-BFFE-2149EB51A2BB}" type="pres">
      <dgm:prSet presAssocID="{476D8366-3E01-40AF-9715-F4B500400D9D}" presName="textRect" presStyleLbl="revTx" presStyleIdx="1" presStyleCnt="4">
        <dgm:presLayoutVars>
          <dgm:chMax val="1"/>
          <dgm:chPref val="1"/>
        </dgm:presLayoutVars>
      </dgm:prSet>
      <dgm:spPr/>
    </dgm:pt>
    <dgm:pt modelId="{33AAD76A-815C-4049-AF90-06161E76044E}" type="pres">
      <dgm:prSet presAssocID="{D7A5AE1F-8B88-4471-AA8A-F8A00BE84786}" presName="sibTrans" presStyleCnt="0"/>
      <dgm:spPr/>
    </dgm:pt>
    <dgm:pt modelId="{03164EC8-E1F1-456A-A182-202BB5C48609}" type="pres">
      <dgm:prSet presAssocID="{D112B4E5-BFDA-4BBB-8FA2-7FAA290EBCC1}" presName="compNode" presStyleCnt="0"/>
      <dgm:spPr/>
    </dgm:pt>
    <dgm:pt modelId="{1BD81BEE-79C2-4E15-94EA-9F2445068A78}" type="pres">
      <dgm:prSet presAssocID="{D112B4E5-BFDA-4BBB-8FA2-7FAA290EBCC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2DA150F0-D4C9-4A4E-861D-FBF556392AEE}" type="pres">
      <dgm:prSet presAssocID="{D112B4E5-BFDA-4BBB-8FA2-7FAA290EBCC1}" presName="spaceRect" presStyleCnt="0"/>
      <dgm:spPr/>
    </dgm:pt>
    <dgm:pt modelId="{9DD4E013-42D3-460E-9D38-308A94F446E2}" type="pres">
      <dgm:prSet presAssocID="{D112B4E5-BFDA-4BBB-8FA2-7FAA290EBCC1}" presName="textRect" presStyleLbl="revTx" presStyleIdx="2" presStyleCnt="4">
        <dgm:presLayoutVars>
          <dgm:chMax val="1"/>
          <dgm:chPref val="1"/>
        </dgm:presLayoutVars>
      </dgm:prSet>
      <dgm:spPr/>
    </dgm:pt>
    <dgm:pt modelId="{52F8C1F9-4E51-4311-A54E-797B97CA1252}" type="pres">
      <dgm:prSet presAssocID="{3EC5320A-8ADF-42E6-86AA-56F46E03F51C}" presName="sibTrans" presStyleCnt="0"/>
      <dgm:spPr/>
    </dgm:pt>
    <dgm:pt modelId="{52C752A4-6870-4CE9-8E5A-1858787DFFCC}" type="pres">
      <dgm:prSet presAssocID="{598CF8BB-94BD-4FB5-A8A3-DA3ED27271F4}" presName="compNode" presStyleCnt="0"/>
      <dgm:spPr/>
    </dgm:pt>
    <dgm:pt modelId="{A410D146-A673-4417-9F7F-B41A208A86D4}" type="pres">
      <dgm:prSet presAssocID="{598CF8BB-94BD-4FB5-A8A3-DA3ED27271F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CDFDF436-A825-4727-91E9-79ADDA3F74DF}" type="pres">
      <dgm:prSet presAssocID="{598CF8BB-94BD-4FB5-A8A3-DA3ED27271F4}" presName="spaceRect" presStyleCnt="0"/>
      <dgm:spPr/>
    </dgm:pt>
    <dgm:pt modelId="{123C3B54-8102-4618-A0B1-26D362A7CC2F}" type="pres">
      <dgm:prSet presAssocID="{598CF8BB-94BD-4FB5-A8A3-DA3ED27271F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1F18406-3AFF-4199-A729-0837B04BF65A}" type="presOf" srcId="{37FAE1D9-7190-4A99-9B60-0E7FB9DB4B44}" destId="{43F0B751-7578-4066-9438-95C798867F85}" srcOrd="0" destOrd="0" presId="urn:microsoft.com/office/officeart/2018/2/layout/IconLabelList"/>
    <dgm:cxn modelId="{AA67DA0C-65FD-4DAB-9471-FD24E620E474}" srcId="{37FAE1D9-7190-4A99-9B60-0E7FB9DB4B44}" destId="{476D8366-3E01-40AF-9715-F4B500400D9D}" srcOrd="1" destOrd="0" parTransId="{E288F6C8-225F-45C4-B1AF-CEDAB18BC4CA}" sibTransId="{D7A5AE1F-8B88-4471-AA8A-F8A00BE84786}"/>
    <dgm:cxn modelId="{3183551B-5C04-4633-A78F-216AF3F776EF}" type="presOf" srcId="{476D8366-3E01-40AF-9715-F4B500400D9D}" destId="{77011D7C-A67C-427B-BFFE-2149EB51A2BB}" srcOrd="0" destOrd="0" presId="urn:microsoft.com/office/officeart/2018/2/layout/IconLabelList"/>
    <dgm:cxn modelId="{B5B4163D-16A5-49B3-862D-13A3E0F887F2}" srcId="{37FAE1D9-7190-4A99-9B60-0E7FB9DB4B44}" destId="{D112B4E5-BFDA-4BBB-8FA2-7FAA290EBCC1}" srcOrd="2" destOrd="0" parTransId="{8E58C652-2D4B-4065-95F7-25FE240351F6}" sibTransId="{3EC5320A-8ADF-42E6-86AA-56F46E03F51C}"/>
    <dgm:cxn modelId="{F0745440-A5A5-4E04-9BF4-5C5A583BB8B1}" type="presOf" srcId="{D112B4E5-BFDA-4BBB-8FA2-7FAA290EBCC1}" destId="{9DD4E013-42D3-460E-9D38-308A94F446E2}" srcOrd="0" destOrd="0" presId="urn:microsoft.com/office/officeart/2018/2/layout/IconLabelList"/>
    <dgm:cxn modelId="{F5D2FE63-5828-478B-ACE0-83FB9DAB0FCA}" type="presOf" srcId="{52C45784-F37D-4FB9-9604-C4D847B988FB}" destId="{B0CDF86F-D905-4F57-8989-3801AB546720}" srcOrd="0" destOrd="0" presId="urn:microsoft.com/office/officeart/2018/2/layout/IconLabelList"/>
    <dgm:cxn modelId="{50EA2E82-50EF-4D7E-ABDA-029D893200C0}" type="presOf" srcId="{598CF8BB-94BD-4FB5-A8A3-DA3ED27271F4}" destId="{123C3B54-8102-4618-A0B1-26D362A7CC2F}" srcOrd="0" destOrd="0" presId="urn:microsoft.com/office/officeart/2018/2/layout/IconLabelList"/>
    <dgm:cxn modelId="{78EC30A3-3C7D-4E94-903F-62295F14B056}" srcId="{37FAE1D9-7190-4A99-9B60-0E7FB9DB4B44}" destId="{52C45784-F37D-4FB9-9604-C4D847B988FB}" srcOrd="0" destOrd="0" parTransId="{D998A5A9-0812-444E-B178-6DFDEE1B9625}" sibTransId="{997A9246-8100-4D11-A7BC-CFFD47359F9E}"/>
    <dgm:cxn modelId="{853401BF-4764-463A-AE36-2B586943B108}" srcId="{37FAE1D9-7190-4A99-9B60-0E7FB9DB4B44}" destId="{598CF8BB-94BD-4FB5-A8A3-DA3ED27271F4}" srcOrd="3" destOrd="0" parTransId="{A7417AA0-08B0-4691-B4DC-7BC0CB2D43EB}" sibTransId="{3B9D08B4-DDEC-4949-AD12-9B8550D2ECD7}"/>
    <dgm:cxn modelId="{2AD17715-AB87-40B4-8A15-4590CE62ACA4}" type="presParOf" srcId="{43F0B751-7578-4066-9438-95C798867F85}" destId="{E1313FDC-FE57-4430-A4C8-DB7CDEE0DFEA}" srcOrd="0" destOrd="0" presId="urn:microsoft.com/office/officeart/2018/2/layout/IconLabelList"/>
    <dgm:cxn modelId="{1324E0FD-DAFE-4C95-8FB0-B787F850B35B}" type="presParOf" srcId="{E1313FDC-FE57-4430-A4C8-DB7CDEE0DFEA}" destId="{B1428BD2-9E10-4272-99D3-1A017B170FB3}" srcOrd="0" destOrd="0" presId="urn:microsoft.com/office/officeart/2018/2/layout/IconLabelList"/>
    <dgm:cxn modelId="{A72F61FE-5B80-4EEA-B284-C47FE0810B1C}" type="presParOf" srcId="{E1313FDC-FE57-4430-A4C8-DB7CDEE0DFEA}" destId="{5D829275-A4C2-4526-A8B1-9BF4B5160F3C}" srcOrd="1" destOrd="0" presId="urn:microsoft.com/office/officeart/2018/2/layout/IconLabelList"/>
    <dgm:cxn modelId="{6C71031B-DA68-4829-A134-DE21AA411ECD}" type="presParOf" srcId="{E1313FDC-FE57-4430-A4C8-DB7CDEE0DFEA}" destId="{B0CDF86F-D905-4F57-8989-3801AB546720}" srcOrd="2" destOrd="0" presId="urn:microsoft.com/office/officeart/2018/2/layout/IconLabelList"/>
    <dgm:cxn modelId="{BEA210A9-2E16-41AB-ABED-BF8FC40123EB}" type="presParOf" srcId="{43F0B751-7578-4066-9438-95C798867F85}" destId="{2C22675C-969F-4CA3-8A10-79EB40D14955}" srcOrd="1" destOrd="0" presId="urn:microsoft.com/office/officeart/2018/2/layout/IconLabelList"/>
    <dgm:cxn modelId="{80A2E4A8-669F-437E-8381-8FC0CDD0EB81}" type="presParOf" srcId="{43F0B751-7578-4066-9438-95C798867F85}" destId="{A8AE3D77-F57B-437C-B55D-5EB125E028CC}" srcOrd="2" destOrd="0" presId="urn:microsoft.com/office/officeart/2018/2/layout/IconLabelList"/>
    <dgm:cxn modelId="{E9D727E5-8062-42C0-B648-6E159B5004D5}" type="presParOf" srcId="{A8AE3D77-F57B-437C-B55D-5EB125E028CC}" destId="{94E71EB0-C160-4248-8424-7F7E04C9F155}" srcOrd="0" destOrd="0" presId="urn:microsoft.com/office/officeart/2018/2/layout/IconLabelList"/>
    <dgm:cxn modelId="{34EA2845-CAD0-4A03-AF0F-B4BB7190B88B}" type="presParOf" srcId="{A8AE3D77-F57B-437C-B55D-5EB125E028CC}" destId="{EC250B0B-1DE4-4470-B5F9-AB0B5BF98079}" srcOrd="1" destOrd="0" presId="urn:microsoft.com/office/officeart/2018/2/layout/IconLabelList"/>
    <dgm:cxn modelId="{794CDA09-40F2-452D-A2D6-0191B2898492}" type="presParOf" srcId="{A8AE3D77-F57B-437C-B55D-5EB125E028CC}" destId="{77011D7C-A67C-427B-BFFE-2149EB51A2BB}" srcOrd="2" destOrd="0" presId="urn:microsoft.com/office/officeart/2018/2/layout/IconLabelList"/>
    <dgm:cxn modelId="{FB06C516-AAD8-4F22-A866-03D8C5588BD9}" type="presParOf" srcId="{43F0B751-7578-4066-9438-95C798867F85}" destId="{33AAD76A-815C-4049-AF90-06161E76044E}" srcOrd="3" destOrd="0" presId="urn:microsoft.com/office/officeart/2018/2/layout/IconLabelList"/>
    <dgm:cxn modelId="{BAC90F37-6401-4877-8F55-EA6CB7BFEF8F}" type="presParOf" srcId="{43F0B751-7578-4066-9438-95C798867F85}" destId="{03164EC8-E1F1-456A-A182-202BB5C48609}" srcOrd="4" destOrd="0" presId="urn:microsoft.com/office/officeart/2018/2/layout/IconLabelList"/>
    <dgm:cxn modelId="{509F1244-D751-453D-8D10-C93250D97B5B}" type="presParOf" srcId="{03164EC8-E1F1-456A-A182-202BB5C48609}" destId="{1BD81BEE-79C2-4E15-94EA-9F2445068A78}" srcOrd="0" destOrd="0" presId="urn:microsoft.com/office/officeart/2018/2/layout/IconLabelList"/>
    <dgm:cxn modelId="{B7F9FE0A-5B25-4DDB-BDA6-108E51AC86A8}" type="presParOf" srcId="{03164EC8-E1F1-456A-A182-202BB5C48609}" destId="{2DA150F0-D4C9-4A4E-861D-FBF556392AEE}" srcOrd="1" destOrd="0" presId="urn:microsoft.com/office/officeart/2018/2/layout/IconLabelList"/>
    <dgm:cxn modelId="{C96C15A0-086E-4594-A09D-5FE5EAB1B301}" type="presParOf" srcId="{03164EC8-E1F1-456A-A182-202BB5C48609}" destId="{9DD4E013-42D3-460E-9D38-308A94F446E2}" srcOrd="2" destOrd="0" presId="urn:microsoft.com/office/officeart/2018/2/layout/IconLabelList"/>
    <dgm:cxn modelId="{20FB9C38-0CA6-4BFE-B13E-9144AEDFA763}" type="presParOf" srcId="{43F0B751-7578-4066-9438-95C798867F85}" destId="{52F8C1F9-4E51-4311-A54E-797B97CA1252}" srcOrd="5" destOrd="0" presId="urn:microsoft.com/office/officeart/2018/2/layout/IconLabelList"/>
    <dgm:cxn modelId="{909227E0-D0DC-4AC3-9C81-6998809E565C}" type="presParOf" srcId="{43F0B751-7578-4066-9438-95C798867F85}" destId="{52C752A4-6870-4CE9-8E5A-1858787DFFCC}" srcOrd="6" destOrd="0" presId="urn:microsoft.com/office/officeart/2018/2/layout/IconLabelList"/>
    <dgm:cxn modelId="{11AE663A-CEC2-4B44-AA9A-E57A831AEF94}" type="presParOf" srcId="{52C752A4-6870-4CE9-8E5A-1858787DFFCC}" destId="{A410D146-A673-4417-9F7F-B41A208A86D4}" srcOrd="0" destOrd="0" presId="urn:microsoft.com/office/officeart/2018/2/layout/IconLabelList"/>
    <dgm:cxn modelId="{9AFA8EF5-5045-4093-88B8-DEC353E133DD}" type="presParOf" srcId="{52C752A4-6870-4CE9-8E5A-1858787DFFCC}" destId="{CDFDF436-A825-4727-91E9-79ADDA3F74DF}" srcOrd="1" destOrd="0" presId="urn:microsoft.com/office/officeart/2018/2/layout/IconLabelList"/>
    <dgm:cxn modelId="{487636CF-2A5E-4D52-86DF-A68375C5AA0D}" type="presParOf" srcId="{52C752A4-6870-4CE9-8E5A-1858787DFFCC}" destId="{123C3B54-8102-4618-A0B1-26D362A7CC2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8EAD08-5E39-4374-8912-C4768619399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0E6ABD5-4458-4F9B-9B52-55950D6B8278}">
      <dgm:prSet/>
      <dgm:spPr/>
      <dgm:t>
        <a:bodyPr/>
        <a:lstStyle/>
        <a:p>
          <a:r>
            <a:rPr lang="en-US"/>
            <a:t>✅ Proponer piloto 4 semanas (2 equipos) y medir KPIs</a:t>
          </a:r>
        </a:p>
      </dgm:t>
    </dgm:pt>
    <dgm:pt modelId="{E9D36938-4A9D-41D4-8B5B-A6BDC935A09C}" type="parTrans" cxnId="{791BD984-5A34-41F5-BDAE-A439ECA66F1F}">
      <dgm:prSet/>
      <dgm:spPr/>
      <dgm:t>
        <a:bodyPr/>
        <a:lstStyle/>
        <a:p>
          <a:endParaRPr lang="en-US"/>
        </a:p>
      </dgm:t>
    </dgm:pt>
    <dgm:pt modelId="{FA664EB3-E1E3-4EB1-BBF1-851834089665}" type="sibTrans" cxnId="{791BD984-5A34-41F5-BDAE-A439ECA66F1F}">
      <dgm:prSet/>
      <dgm:spPr/>
      <dgm:t>
        <a:bodyPr/>
        <a:lstStyle/>
        <a:p>
          <a:endParaRPr lang="en-US"/>
        </a:p>
      </dgm:t>
    </dgm:pt>
    <dgm:pt modelId="{9D816C0B-83FF-4D8F-B8B7-B7257D863C01}">
      <dgm:prSet/>
      <dgm:spPr/>
      <dgm:t>
        <a:bodyPr/>
        <a:lstStyle/>
        <a:p>
          <a:r>
            <a:rPr lang="en-US"/>
            <a:t>✅ Entregables: integración mínima, formación 2h, reporte de impacto</a:t>
          </a:r>
        </a:p>
      </dgm:t>
    </dgm:pt>
    <dgm:pt modelId="{4AFD8861-FC9E-4A52-8931-5949E8049EF3}" type="parTrans" cxnId="{DA14FC43-CA6B-48CD-B4C0-6A2925517C79}">
      <dgm:prSet/>
      <dgm:spPr/>
      <dgm:t>
        <a:bodyPr/>
        <a:lstStyle/>
        <a:p>
          <a:endParaRPr lang="en-US"/>
        </a:p>
      </dgm:t>
    </dgm:pt>
    <dgm:pt modelId="{E4EDB375-C366-49D9-ADA8-E49B1B54199A}" type="sibTrans" cxnId="{DA14FC43-CA6B-48CD-B4C0-6A2925517C79}">
      <dgm:prSet/>
      <dgm:spPr/>
      <dgm:t>
        <a:bodyPr/>
        <a:lstStyle/>
        <a:p>
          <a:endParaRPr lang="en-US"/>
        </a:p>
      </dgm:t>
    </dgm:pt>
    <dgm:pt modelId="{F0D5E515-6EF9-40EA-A73F-85FD17081443}">
      <dgm:prSet/>
      <dgm:spPr/>
      <dgm:t>
        <a:bodyPr/>
        <a:lstStyle/>
        <a:p>
          <a:r>
            <a:rPr lang="en-US"/>
            <a:t>✅ Agendar demo técnica y roadmap de integración</a:t>
          </a:r>
        </a:p>
      </dgm:t>
    </dgm:pt>
    <dgm:pt modelId="{739D10F5-EBE1-4164-B7C0-566B7D8558D4}" type="parTrans" cxnId="{385B0E9E-E72D-4510-8EF7-3413D19C8B9A}">
      <dgm:prSet/>
      <dgm:spPr/>
      <dgm:t>
        <a:bodyPr/>
        <a:lstStyle/>
        <a:p>
          <a:endParaRPr lang="en-US"/>
        </a:p>
      </dgm:t>
    </dgm:pt>
    <dgm:pt modelId="{202EC37A-C87E-4A8B-B036-C8D72186C53F}" type="sibTrans" cxnId="{385B0E9E-E72D-4510-8EF7-3413D19C8B9A}">
      <dgm:prSet/>
      <dgm:spPr/>
      <dgm:t>
        <a:bodyPr/>
        <a:lstStyle/>
        <a:p>
          <a:endParaRPr lang="en-US"/>
        </a:p>
      </dgm:t>
    </dgm:pt>
    <dgm:pt modelId="{C56BA4AD-44A4-4B1B-BF3F-C2691FDD62A5}" type="pres">
      <dgm:prSet presAssocID="{748EAD08-5E39-4374-8912-C47686193996}" presName="vert0" presStyleCnt="0">
        <dgm:presLayoutVars>
          <dgm:dir/>
          <dgm:animOne val="branch"/>
          <dgm:animLvl val="lvl"/>
        </dgm:presLayoutVars>
      </dgm:prSet>
      <dgm:spPr/>
    </dgm:pt>
    <dgm:pt modelId="{5086AA3D-F751-440C-8944-B6487D077684}" type="pres">
      <dgm:prSet presAssocID="{10E6ABD5-4458-4F9B-9B52-55950D6B8278}" presName="thickLine" presStyleLbl="alignNode1" presStyleIdx="0" presStyleCnt="3"/>
      <dgm:spPr/>
    </dgm:pt>
    <dgm:pt modelId="{5CCDD470-C5A0-45D3-AA94-4FE47A3BFF7E}" type="pres">
      <dgm:prSet presAssocID="{10E6ABD5-4458-4F9B-9B52-55950D6B8278}" presName="horz1" presStyleCnt="0"/>
      <dgm:spPr/>
    </dgm:pt>
    <dgm:pt modelId="{EEEB0CC6-BFCA-4A36-BDBE-3D5F010CC3AA}" type="pres">
      <dgm:prSet presAssocID="{10E6ABD5-4458-4F9B-9B52-55950D6B8278}" presName="tx1" presStyleLbl="revTx" presStyleIdx="0" presStyleCnt="3"/>
      <dgm:spPr/>
    </dgm:pt>
    <dgm:pt modelId="{D705B113-8B04-48EE-8618-C746E63C4C65}" type="pres">
      <dgm:prSet presAssocID="{10E6ABD5-4458-4F9B-9B52-55950D6B8278}" presName="vert1" presStyleCnt="0"/>
      <dgm:spPr/>
    </dgm:pt>
    <dgm:pt modelId="{B41AF2EF-56D2-4CF1-AC1E-3711B3E69291}" type="pres">
      <dgm:prSet presAssocID="{9D816C0B-83FF-4D8F-B8B7-B7257D863C01}" presName="thickLine" presStyleLbl="alignNode1" presStyleIdx="1" presStyleCnt="3"/>
      <dgm:spPr/>
    </dgm:pt>
    <dgm:pt modelId="{6B5F8B6B-50A5-474E-9D98-2AC470CD1C14}" type="pres">
      <dgm:prSet presAssocID="{9D816C0B-83FF-4D8F-B8B7-B7257D863C01}" presName="horz1" presStyleCnt="0"/>
      <dgm:spPr/>
    </dgm:pt>
    <dgm:pt modelId="{3EB9F6D2-7C04-4E9B-8D5D-652D5B7E7E7E}" type="pres">
      <dgm:prSet presAssocID="{9D816C0B-83FF-4D8F-B8B7-B7257D863C01}" presName="tx1" presStyleLbl="revTx" presStyleIdx="1" presStyleCnt="3"/>
      <dgm:spPr/>
    </dgm:pt>
    <dgm:pt modelId="{B196DCB0-78F8-4351-980F-A226D6EAF2D9}" type="pres">
      <dgm:prSet presAssocID="{9D816C0B-83FF-4D8F-B8B7-B7257D863C01}" presName="vert1" presStyleCnt="0"/>
      <dgm:spPr/>
    </dgm:pt>
    <dgm:pt modelId="{98D1528B-2365-4C28-B0DE-01B6D2C2C484}" type="pres">
      <dgm:prSet presAssocID="{F0D5E515-6EF9-40EA-A73F-85FD17081443}" presName="thickLine" presStyleLbl="alignNode1" presStyleIdx="2" presStyleCnt="3"/>
      <dgm:spPr/>
    </dgm:pt>
    <dgm:pt modelId="{F0338AA8-499C-4D0A-9463-F11E2DF5FDDB}" type="pres">
      <dgm:prSet presAssocID="{F0D5E515-6EF9-40EA-A73F-85FD17081443}" presName="horz1" presStyleCnt="0"/>
      <dgm:spPr/>
    </dgm:pt>
    <dgm:pt modelId="{3E30E4D1-D656-4BD1-ADAD-6FECAF8DB599}" type="pres">
      <dgm:prSet presAssocID="{F0D5E515-6EF9-40EA-A73F-85FD17081443}" presName="tx1" presStyleLbl="revTx" presStyleIdx="2" presStyleCnt="3"/>
      <dgm:spPr/>
    </dgm:pt>
    <dgm:pt modelId="{44317B7A-94B3-4A44-9D87-570DA4C7AE11}" type="pres">
      <dgm:prSet presAssocID="{F0D5E515-6EF9-40EA-A73F-85FD17081443}" presName="vert1" presStyleCnt="0"/>
      <dgm:spPr/>
    </dgm:pt>
  </dgm:ptLst>
  <dgm:cxnLst>
    <dgm:cxn modelId="{1E39C72E-6685-40DF-A55F-99B71F21BB66}" type="presOf" srcId="{748EAD08-5E39-4374-8912-C47686193996}" destId="{C56BA4AD-44A4-4B1B-BF3F-C2691FDD62A5}" srcOrd="0" destOrd="0" presId="urn:microsoft.com/office/officeart/2008/layout/LinedList"/>
    <dgm:cxn modelId="{DA14FC43-CA6B-48CD-B4C0-6A2925517C79}" srcId="{748EAD08-5E39-4374-8912-C47686193996}" destId="{9D816C0B-83FF-4D8F-B8B7-B7257D863C01}" srcOrd="1" destOrd="0" parTransId="{4AFD8861-FC9E-4A52-8931-5949E8049EF3}" sibTransId="{E4EDB375-C366-49D9-ADA8-E49B1B54199A}"/>
    <dgm:cxn modelId="{791BD984-5A34-41F5-BDAE-A439ECA66F1F}" srcId="{748EAD08-5E39-4374-8912-C47686193996}" destId="{10E6ABD5-4458-4F9B-9B52-55950D6B8278}" srcOrd="0" destOrd="0" parTransId="{E9D36938-4A9D-41D4-8B5B-A6BDC935A09C}" sibTransId="{FA664EB3-E1E3-4EB1-BBF1-851834089665}"/>
    <dgm:cxn modelId="{B684C390-9C6F-4179-BFC0-4F88D139D11F}" type="presOf" srcId="{F0D5E515-6EF9-40EA-A73F-85FD17081443}" destId="{3E30E4D1-D656-4BD1-ADAD-6FECAF8DB599}" srcOrd="0" destOrd="0" presId="urn:microsoft.com/office/officeart/2008/layout/LinedList"/>
    <dgm:cxn modelId="{863FC49A-CF1B-4473-A7E3-A480540B9EE1}" type="presOf" srcId="{9D816C0B-83FF-4D8F-B8B7-B7257D863C01}" destId="{3EB9F6D2-7C04-4E9B-8D5D-652D5B7E7E7E}" srcOrd="0" destOrd="0" presId="urn:microsoft.com/office/officeart/2008/layout/LinedList"/>
    <dgm:cxn modelId="{385B0E9E-E72D-4510-8EF7-3413D19C8B9A}" srcId="{748EAD08-5E39-4374-8912-C47686193996}" destId="{F0D5E515-6EF9-40EA-A73F-85FD17081443}" srcOrd="2" destOrd="0" parTransId="{739D10F5-EBE1-4164-B7C0-566B7D8558D4}" sibTransId="{202EC37A-C87E-4A8B-B036-C8D72186C53F}"/>
    <dgm:cxn modelId="{748421E9-071B-4AD3-A222-CEBF8D074372}" type="presOf" srcId="{10E6ABD5-4458-4F9B-9B52-55950D6B8278}" destId="{EEEB0CC6-BFCA-4A36-BDBE-3D5F010CC3AA}" srcOrd="0" destOrd="0" presId="urn:microsoft.com/office/officeart/2008/layout/LinedList"/>
    <dgm:cxn modelId="{0EBC418A-A152-4BD5-A512-B86CAB2F1B7E}" type="presParOf" srcId="{C56BA4AD-44A4-4B1B-BF3F-C2691FDD62A5}" destId="{5086AA3D-F751-440C-8944-B6487D077684}" srcOrd="0" destOrd="0" presId="urn:microsoft.com/office/officeart/2008/layout/LinedList"/>
    <dgm:cxn modelId="{51BD9261-F58A-4766-BE31-8E05E5420C4D}" type="presParOf" srcId="{C56BA4AD-44A4-4B1B-BF3F-C2691FDD62A5}" destId="{5CCDD470-C5A0-45D3-AA94-4FE47A3BFF7E}" srcOrd="1" destOrd="0" presId="urn:microsoft.com/office/officeart/2008/layout/LinedList"/>
    <dgm:cxn modelId="{CFDF57AD-4741-478B-9C9C-AD5D24050951}" type="presParOf" srcId="{5CCDD470-C5A0-45D3-AA94-4FE47A3BFF7E}" destId="{EEEB0CC6-BFCA-4A36-BDBE-3D5F010CC3AA}" srcOrd="0" destOrd="0" presId="urn:microsoft.com/office/officeart/2008/layout/LinedList"/>
    <dgm:cxn modelId="{C4099F67-12F5-4D4E-B21C-B0E1A0393333}" type="presParOf" srcId="{5CCDD470-C5A0-45D3-AA94-4FE47A3BFF7E}" destId="{D705B113-8B04-48EE-8618-C746E63C4C65}" srcOrd="1" destOrd="0" presId="urn:microsoft.com/office/officeart/2008/layout/LinedList"/>
    <dgm:cxn modelId="{61F54447-5853-4472-A0BE-AE11CBEAF5B4}" type="presParOf" srcId="{C56BA4AD-44A4-4B1B-BF3F-C2691FDD62A5}" destId="{B41AF2EF-56D2-4CF1-AC1E-3711B3E69291}" srcOrd="2" destOrd="0" presId="urn:microsoft.com/office/officeart/2008/layout/LinedList"/>
    <dgm:cxn modelId="{7C68609B-2A83-4AAF-9E8D-405EA60E5DF6}" type="presParOf" srcId="{C56BA4AD-44A4-4B1B-BF3F-C2691FDD62A5}" destId="{6B5F8B6B-50A5-474E-9D98-2AC470CD1C14}" srcOrd="3" destOrd="0" presId="urn:microsoft.com/office/officeart/2008/layout/LinedList"/>
    <dgm:cxn modelId="{4A3460AF-E0C7-4D32-B921-F5F0A3E5DDDB}" type="presParOf" srcId="{6B5F8B6B-50A5-474E-9D98-2AC470CD1C14}" destId="{3EB9F6D2-7C04-4E9B-8D5D-652D5B7E7E7E}" srcOrd="0" destOrd="0" presId="urn:microsoft.com/office/officeart/2008/layout/LinedList"/>
    <dgm:cxn modelId="{6F2AA714-7B00-4F0E-8C6C-7138F3C00E3C}" type="presParOf" srcId="{6B5F8B6B-50A5-474E-9D98-2AC470CD1C14}" destId="{B196DCB0-78F8-4351-980F-A226D6EAF2D9}" srcOrd="1" destOrd="0" presId="urn:microsoft.com/office/officeart/2008/layout/LinedList"/>
    <dgm:cxn modelId="{DAD16D51-05E7-4632-99E9-80B15CC39137}" type="presParOf" srcId="{C56BA4AD-44A4-4B1B-BF3F-C2691FDD62A5}" destId="{98D1528B-2365-4C28-B0DE-01B6D2C2C484}" srcOrd="4" destOrd="0" presId="urn:microsoft.com/office/officeart/2008/layout/LinedList"/>
    <dgm:cxn modelId="{1E0A033F-457A-4FDA-9900-1EDA235BA94C}" type="presParOf" srcId="{C56BA4AD-44A4-4B1B-BF3F-C2691FDD62A5}" destId="{F0338AA8-499C-4D0A-9463-F11E2DF5FDDB}" srcOrd="5" destOrd="0" presId="urn:microsoft.com/office/officeart/2008/layout/LinedList"/>
    <dgm:cxn modelId="{F114E222-C570-4BD6-9DAA-E7073EEE95AC}" type="presParOf" srcId="{F0338AA8-499C-4D0A-9463-F11E2DF5FDDB}" destId="{3E30E4D1-D656-4BD1-ADAD-6FECAF8DB599}" srcOrd="0" destOrd="0" presId="urn:microsoft.com/office/officeart/2008/layout/LinedList"/>
    <dgm:cxn modelId="{997E13E4-0E0D-41B6-B693-599688E9C5F1}" type="presParOf" srcId="{F0338AA8-499C-4D0A-9463-F11E2DF5FDDB}" destId="{44317B7A-94B3-4A44-9D87-570DA4C7AE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730B4D-C12C-4B1A-B154-6855206EBD56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B11CD-6815-44DA-90B9-11EDB786EBCD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⚠️ Interfaz genérica → fricción en flujos de soporte</a:t>
          </a:r>
        </a:p>
      </dsp:txBody>
      <dsp:txXfrm>
        <a:off x="42299" y="2443760"/>
        <a:ext cx="1800000" cy="720000"/>
      </dsp:txXfrm>
    </dsp:sp>
    <dsp:sp modelId="{019DCD81-97A4-4970-B4B4-F8FBA928356D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F3B6C-90DD-464A-8FC0-9FB76CC2CF39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⚠️ Contexto fragmentado; cambio de pestañas y pérdida de hilo</a:t>
          </a:r>
        </a:p>
      </dsp:txBody>
      <dsp:txXfrm>
        <a:off x="2157300" y="2443760"/>
        <a:ext cx="1800000" cy="720000"/>
      </dsp:txXfrm>
    </dsp:sp>
    <dsp:sp modelId="{C20D94C7-B5C5-4F4D-B5A1-1206A2EBA4F9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FE934-C7C6-43E0-954C-8A4FAA1F7D5C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⚠️ Automatizaciones limitadas; tareas repetitivas</a:t>
          </a:r>
        </a:p>
      </dsp:txBody>
      <dsp:txXfrm>
        <a:off x="4272300" y="2443760"/>
        <a:ext cx="1800000" cy="720000"/>
      </dsp:txXfrm>
    </dsp:sp>
    <dsp:sp modelId="{0B2BD4FD-F819-4E2B-BD88-EE7682F34103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16A13D-013F-4AB6-AA98-79C8298CFB0F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⚠️ Rendimiento en vistas con muchos tickets (latencia)</a:t>
          </a:r>
        </a:p>
      </dsp:txBody>
      <dsp:txXfrm>
        <a:off x="6387300" y="244376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E6D732-A45A-4168-9663-C50B1E857F15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981D9-2ADA-4797-8EDA-D001B05CEB83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🔹 Interfaz optimizada para soporte: tableros y atajos contextuales</a:t>
          </a:r>
        </a:p>
      </dsp:txBody>
      <dsp:txXfrm>
        <a:off x="42299" y="2443760"/>
        <a:ext cx="1800000" cy="720000"/>
      </dsp:txXfrm>
    </dsp:sp>
    <dsp:sp modelId="{9D7FDC6A-09BA-4D17-9929-ECF19EFCC381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1FE1A-DF26-49B8-9981-0C693DDF4021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🔹 Cachés y hashing inteligente → renders ultrarrápidos</a:t>
          </a:r>
        </a:p>
      </dsp:txBody>
      <dsp:txXfrm>
        <a:off x="2157300" y="2443760"/>
        <a:ext cx="1800000" cy="720000"/>
      </dsp:txXfrm>
    </dsp:sp>
    <dsp:sp modelId="{55AAE4F4-4CD4-4755-910D-7C3E12351295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4DDA8-3F2A-4648-83A0-414B58438971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🔹 AI/ML integrado: sugerencias, duplicados, prioridad predictiva</a:t>
          </a:r>
        </a:p>
      </dsp:txBody>
      <dsp:txXfrm>
        <a:off x="4272300" y="2443760"/>
        <a:ext cx="1800000" cy="720000"/>
      </dsp:txXfrm>
    </dsp:sp>
    <dsp:sp modelId="{FEAC627F-BB42-4221-993F-199317ED5BB4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83830-FA7B-4486-A6DA-E92117B916D9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🔹 Acciones en contexto sin salir del flujo</a:t>
          </a:r>
        </a:p>
      </dsp:txBody>
      <dsp:txXfrm>
        <a:off x="6387300" y="2443760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58866-C7BB-476E-AD4C-0BAADBC1BDC7}">
      <dsp:nvSpPr>
        <dsp:cNvPr id="0" name=""/>
        <dsp:cNvSpPr/>
      </dsp:nvSpPr>
      <dsp:spPr>
        <a:xfrm>
          <a:off x="3212678" y="1298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📈 Reducción tiempo medio por ticket: -30% a -60% (estimado)</a:t>
          </a:r>
        </a:p>
      </dsp:txBody>
      <dsp:txXfrm>
        <a:off x="3663739" y="1298"/>
        <a:ext cx="902121" cy="1488500"/>
      </dsp:txXfrm>
    </dsp:sp>
    <dsp:sp modelId="{179BF92A-9326-404A-A0CA-30181BFB9C4C}">
      <dsp:nvSpPr>
        <dsp:cNvPr id="0" name=""/>
        <dsp:cNvSpPr/>
      </dsp:nvSpPr>
      <dsp:spPr>
        <a:xfrm rot="5400000">
          <a:off x="4572239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📈 Menos re-trabajo/duplicados: hasta -40%</a:t>
          </a:r>
        </a:p>
      </dsp:txBody>
      <dsp:txXfrm rot="-5400000">
        <a:off x="4887983" y="1811920"/>
        <a:ext cx="1488500" cy="902121"/>
      </dsp:txXfrm>
    </dsp:sp>
    <dsp:sp modelId="{0BB54CDD-C812-4E2D-BDBF-B2D37403D59E}">
      <dsp:nvSpPr>
        <dsp:cNvPr id="0" name=""/>
        <dsp:cNvSpPr/>
      </dsp:nvSpPr>
      <dsp:spPr>
        <a:xfrm rot="10800000">
          <a:off x="3212678" y="2720420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📈 Interacciones rápidas: vistas cacheadas &lt;100ms</a:t>
          </a:r>
        </a:p>
      </dsp:txBody>
      <dsp:txXfrm rot="10800000">
        <a:off x="3663739" y="3036163"/>
        <a:ext cx="902121" cy="1488500"/>
      </dsp:txXfrm>
    </dsp:sp>
    <dsp:sp modelId="{E994FBC3-560F-43FF-B454-AE2D448E425C}">
      <dsp:nvSpPr>
        <dsp:cNvPr id="0" name=""/>
        <dsp:cNvSpPr/>
      </dsp:nvSpPr>
      <dsp:spPr>
        <a:xfrm rot="16200000">
          <a:off x="1853117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📈 Mejora en CSAT y cumplimiento de SLA</a:t>
          </a:r>
        </a:p>
      </dsp:txBody>
      <dsp:txXfrm rot="5400000">
        <a:off x="1853118" y="1811920"/>
        <a:ext cx="1488500" cy="9021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2CC55-2E42-46F4-B6C1-3DA0ABA5312C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FF5314-8229-47CD-A649-669479B876CF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🛠️ Triple capa de caching (sidebar, tablero, issue)</a:t>
          </a:r>
        </a:p>
      </dsp:txBody>
      <dsp:txXfrm>
        <a:off x="0" y="552"/>
        <a:ext cx="8229600" cy="904971"/>
      </dsp:txXfrm>
    </dsp:sp>
    <dsp:sp modelId="{EEAF81C5-4426-49E2-9A5C-13CE26096879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943DB-A99F-455E-8AB0-3A908DC884B1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🛠️ FlowingContext: sugerencias contextuales en tiempo real</a:t>
          </a:r>
        </a:p>
      </dsp:txBody>
      <dsp:txXfrm>
        <a:off x="0" y="905524"/>
        <a:ext cx="8229600" cy="904971"/>
      </dsp:txXfrm>
    </dsp:sp>
    <dsp:sp modelId="{9B20F904-4733-4B6A-A3AE-11EA4B3D89FC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1BCCFA-FAD0-4C6A-B105-735A6447E1F9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🛠️ Hash-based rendering: re-render sólo si cambia el ticket</a:t>
          </a:r>
        </a:p>
      </dsp:txBody>
      <dsp:txXfrm>
        <a:off x="0" y="1810495"/>
        <a:ext cx="8229600" cy="904971"/>
      </dsp:txXfrm>
    </dsp:sp>
    <dsp:sp modelId="{DFAC5188-45B9-4736-A636-5B90D846493E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964EE-A1A6-4DEE-9A3F-A4F597D3C0D0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🛠️ Integraciones AI plug-and-play y privacidad local</a:t>
          </a:r>
        </a:p>
      </dsp:txBody>
      <dsp:txXfrm>
        <a:off x="0" y="2715467"/>
        <a:ext cx="8229600" cy="904971"/>
      </dsp:txXfrm>
    </dsp:sp>
    <dsp:sp modelId="{44F5A851-861A-4F32-8C55-C31D96A858E1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70860-4AA5-43EB-A77B-95D0C8030F33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🛠️ Kanban/Queue híbrido con reglas automáticas</a:t>
          </a:r>
        </a:p>
      </dsp:txBody>
      <dsp:txXfrm>
        <a:off x="0" y="3620438"/>
        <a:ext cx="8229600" cy="9049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28BD2-9E10-4272-99D3-1A017B170FB3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CDF86F-D905-4F57-8989-3801AB546720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🔍 Escenario: 50 agentes, 5k tickets/mes</a:t>
          </a:r>
        </a:p>
      </dsp:txBody>
      <dsp:txXfrm>
        <a:off x="42299" y="2443760"/>
        <a:ext cx="1800000" cy="720000"/>
      </dsp:txXfrm>
    </dsp:sp>
    <dsp:sp modelId="{94E71EB0-C160-4248-8424-7F7E04C9F155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11D7C-A67C-427B-BFFE-2149EB51A2BB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🔍 Piloto 4 semanas → Tiempo de resolución: -35%</a:t>
          </a:r>
        </a:p>
      </dsp:txBody>
      <dsp:txXfrm>
        <a:off x="2157300" y="2443760"/>
        <a:ext cx="1800000" cy="720000"/>
      </dsp:txXfrm>
    </dsp:sp>
    <dsp:sp modelId="{1BD81BEE-79C2-4E15-94EA-9F2445068A78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4E013-42D3-460E-9D38-308A94F446E2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🔍 Tickets duplicados/reasignados: -30%</a:t>
          </a:r>
        </a:p>
      </dsp:txBody>
      <dsp:txXfrm>
        <a:off x="4272300" y="2443760"/>
        <a:ext cx="1800000" cy="720000"/>
      </dsp:txXfrm>
    </dsp:sp>
    <dsp:sp modelId="{A410D146-A673-4417-9F7F-B41A208A86D4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C3B54-8102-4618-A0B1-26D362A7CC2F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🔍 Carga de tableros: -80%</a:t>
          </a:r>
        </a:p>
      </dsp:txBody>
      <dsp:txXfrm>
        <a:off x="6387300" y="2443760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86AA3D-F751-440C-8944-B6487D077684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B0CC6-BFCA-4A36-BDBE-3D5F010CC3AA}">
      <dsp:nvSpPr>
        <dsp:cNvPr id="0" name=""/>
        <dsp:cNvSpPr/>
      </dsp:nvSpPr>
      <dsp:spPr>
        <a:xfrm>
          <a:off x="0" y="2209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✅ Proponer piloto 4 semanas (2 equipos) y medir KPIs</a:t>
          </a:r>
        </a:p>
      </dsp:txBody>
      <dsp:txXfrm>
        <a:off x="0" y="2209"/>
        <a:ext cx="8229600" cy="1507181"/>
      </dsp:txXfrm>
    </dsp:sp>
    <dsp:sp modelId="{B41AF2EF-56D2-4CF1-AC1E-3711B3E69291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9F6D2-7C04-4E9B-8D5D-652D5B7E7E7E}">
      <dsp:nvSpPr>
        <dsp:cNvPr id="0" name=""/>
        <dsp:cNvSpPr/>
      </dsp:nvSpPr>
      <dsp:spPr>
        <a:xfrm>
          <a:off x="0" y="1509390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✅ Entregables: integración mínima, formación 2h, reporte de impacto</a:t>
          </a:r>
        </a:p>
      </dsp:txBody>
      <dsp:txXfrm>
        <a:off x="0" y="1509390"/>
        <a:ext cx="8229600" cy="1507181"/>
      </dsp:txXfrm>
    </dsp:sp>
    <dsp:sp modelId="{98D1528B-2365-4C28-B0DE-01B6D2C2C484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0E4D1-D656-4BD1-ADAD-6FECAF8DB599}">
      <dsp:nvSpPr>
        <dsp:cNvPr id="0" name=""/>
        <dsp:cNvSpPr/>
      </dsp:nvSpPr>
      <dsp:spPr>
        <a:xfrm>
          <a:off x="0" y="3016572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✅ Agendar demo técnica y roadmap de integración</a:t>
          </a:r>
        </a:p>
      </dsp:txBody>
      <dsp:txXfrm>
        <a:off x="0" y="3016572"/>
        <a:ext cx="8229600" cy="1507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68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Apertura: presentar objetivo de la comparación - productividad, costes y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Establecer dolores: espera, contexto perdido, trabajo repetitivo.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Enfatizar ahorro de tiempo y mejor experiencia de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Presentar como estimaciones conservadoras; proponer piloto para medición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Breve explicación de cada feature; por qué es diferencial frente a Jira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Proponer piloto controlado y KPIs (TTR, duplicados, CSAT, latencia).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Cerrar con CTA claro: agendar demo y plan de despliegue.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0322" y="583345"/>
            <a:ext cx="5370268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defRPr sz="3200" b="1">
                <a:solidFill>
                  <a:srgbClr val="6366F1"/>
                </a:solidFill>
              </a:defRPr>
            </a:pPr>
            <a:r>
              <a:rPr lang="en-US" sz="7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SpeedyFlow vs Jira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171" y="5972174"/>
            <a:ext cx="6434024" cy="50482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rgbClr val="1F2937"/>
                </a:solidFill>
              </a:defRPr>
            </a:pPr>
            <a:r>
              <a:rPr lang="en-US" sz="1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🔹 Acelerando la gestión de incidencias: velocidad, contexto y automatización</a:t>
            </a: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💡</a:t>
            </a:r>
            <a:endParaRPr lang="es-MX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Problema actual con Jira Web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ED3946C-C741-1FAE-0B17-06BD0FDA5A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36576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Propuesta de valor de SpeedyFlow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A390984-C22E-A040-114E-8F0CCA7EAF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36576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Beneficios cuantificables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72F5599-7C83-B269-C454-FE3646826C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36576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Killer features de SpeedyFlow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BF0C65A-4520-66CE-0CD5-15D240549E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36576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Caso de uso: resultado esperado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04E4CFA-A84F-5594-C6E8-1B2B5E0D1A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36576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Próximos pasos &amp; CTA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69DE682-30B2-1914-1027-AE13EB60F1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365760"/>
            <a:ext cx="54864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369</Words>
  <Application>Microsoft Office PowerPoint</Application>
  <PresentationFormat>Presentación en pantalla (4:3)</PresentationFormat>
  <Paragraphs>46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SpeedyFlow vs Jira Web</vt:lpstr>
      <vt:lpstr>Problema actual con Jira Web</vt:lpstr>
      <vt:lpstr>Propuesta de valor de SpeedyFlow</vt:lpstr>
      <vt:lpstr>Beneficios cuantificables</vt:lpstr>
      <vt:lpstr>Killer features de SpeedyFlow</vt:lpstr>
      <vt:lpstr>Caso de uso: resultado esperado</vt:lpstr>
      <vt:lpstr>Próximos pasos &amp; CTA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Hernandez Ochoa</cp:lastModifiedBy>
  <cp:revision>2</cp:revision>
  <dcterms:created xsi:type="dcterms:W3CDTF">2013-01-27T09:14:16Z</dcterms:created>
  <dcterms:modified xsi:type="dcterms:W3CDTF">2025-12-15T19:55:56Z</dcterms:modified>
  <cp:category/>
</cp:coreProperties>
</file>