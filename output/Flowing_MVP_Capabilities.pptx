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A403A6-F76D-4649-8633-3AA3AC3906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9B367D2A-E804-4D2D-A601-50ECAA19FBC8}">
      <dgm:prSet/>
      <dgm:spPr/>
      <dgm:t>
        <a:bodyPr/>
        <a:lstStyle/>
        <a:p>
          <a:r>
            <a:rPr lang="es-MX" dirty="0"/>
            <a:t>AI </a:t>
          </a:r>
          <a:r>
            <a:rPr lang="es-MX" dirty="0" err="1"/>
            <a:t>Queue</a:t>
          </a:r>
          <a:r>
            <a:rPr lang="es-MX" dirty="0"/>
            <a:t> </a:t>
          </a:r>
          <a:r>
            <a:rPr lang="es-MX" dirty="0" err="1"/>
            <a:t>Analyzer</a:t>
          </a:r>
          <a:r>
            <a:rPr lang="es-MX" dirty="0"/>
            <a:t>: </a:t>
          </a:r>
          <a:r>
            <a:rPr lang="es-MX" dirty="0" err="1"/>
            <a:t>insights</a:t>
          </a:r>
          <a:r>
            <a:rPr lang="es-MX" dirty="0"/>
            <a:t>, </a:t>
          </a:r>
          <a:r>
            <a:rPr lang="es-MX" dirty="0" err="1"/>
            <a:t>clustering</a:t>
          </a:r>
          <a:r>
            <a:rPr lang="es-MX" dirty="0"/>
            <a:t> y anomalías</a:t>
          </a:r>
          <a:endParaRPr lang="en-US" dirty="0"/>
        </a:p>
      </dgm:t>
    </dgm:pt>
    <dgm:pt modelId="{77C9C689-874C-4C08-9F3A-7352E00F805A}" type="parTrans" cxnId="{AD30E890-840E-43C5-A735-43D228B2CFEA}">
      <dgm:prSet/>
      <dgm:spPr/>
      <dgm:t>
        <a:bodyPr/>
        <a:lstStyle/>
        <a:p>
          <a:endParaRPr lang="en-US"/>
        </a:p>
      </dgm:t>
    </dgm:pt>
    <dgm:pt modelId="{E24FDC8E-43E6-4B34-8A3D-A5DD2DA2BA44}" type="sibTrans" cxnId="{AD30E890-840E-43C5-A735-43D228B2CFEA}">
      <dgm:prSet/>
      <dgm:spPr/>
      <dgm:t>
        <a:bodyPr/>
        <a:lstStyle/>
        <a:p>
          <a:endParaRPr lang="en-US"/>
        </a:p>
      </dgm:t>
    </dgm:pt>
    <dgm:pt modelId="{7D6FE252-FF65-4D6D-A087-28A22CF51FCB}">
      <dgm:prSet/>
      <dgm:spPr/>
      <dgm:t>
        <a:bodyPr/>
        <a:lstStyle/>
        <a:p>
          <a:r>
            <a:rPr lang="es-MX" dirty="0"/>
            <a:t>Reglas/</a:t>
          </a:r>
          <a:r>
            <a:rPr lang="es-MX" dirty="0" err="1"/>
            <a:t>blueprints</a:t>
          </a:r>
          <a:r>
            <a:rPr lang="es-MX" dirty="0"/>
            <a:t> ML para asignaciones y prioridades</a:t>
          </a:r>
          <a:endParaRPr lang="en-US" dirty="0"/>
        </a:p>
      </dgm:t>
    </dgm:pt>
    <dgm:pt modelId="{EDA1A00D-0661-4D65-88BF-A4D20BC64A5E}" type="parTrans" cxnId="{382667F3-0288-4937-B363-7E14D87122A4}">
      <dgm:prSet/>
      <dgm:spPr/>
      <dgm:t>
        <a:bodyPr/>
        <a:lstStyle/>
        <a:p>
          <a:endParaRPr lang="en-US"/>
        </a:p>
      </dgm:t>
    </dgm:pt>
    <dgm:pt modelId="{7A52185E-D4DA-4508-BD86-3169D3F3CAC6}" type="sibTrans" cxnId="{382667F3-0288-4937-B363-7E14D87122A4}">
      <dgm:prSet/>
      <dgm:spPr/>
      <dgm:t>
        <a:bodyPr/>
        <a:lstStyle/>
        <a:p>
          <a:endParaRPr lang="en-US"/>
        </a:p>
      </dgm:t>
    </dgm:pt>
    <dgm:pt modelId="{6382096A-44A1-4D9A-9A54-810937F32A71}">
      <dgm:prSet/>
      <dgm:spPr/>
      <dgm:t>
        <a:bodyPr/>
        <a:lstStyle/>
        <a:p>
          <a:r>
            <a:rPr lang="es-MX"/>
            <a:t>Módulos desacoplados: frontend ml-client y backend blueprints</a:t>
          </a:r>
          <a:endParaRPr lang="en-US"/>
        </a:p>
      </dgm:t>
    </dgm:pt>
    <dgm:pt modelId="{6DD6BCDA-EF72-4FF7-BC02-4B7113F41F4C}" type="parTrans" cxnId="{0ED0271F-4203-4E67-8023-F417DEB5F2C8}">
      <dgm:prSet/>
      <dgm:spPr/>
      <dgm:t>
        <a:bodyPr/>
        <a:lstStyle/>
        <a:p>
          <a:endParaRPr lang="en-US"/>
        </a:p>
      </dgm:t>
    </dgm:pt>
    <dgm:pt modelId="{DA4097C7-E0B5-40D4-B46A-34E7755832FE}" type="sibTrans" cxnId="{0ED0271F-4203-4E67-8023-F417DEB5F2C8}">
      <dgm:prSet/>
      <dgm:spPr/>
      <dgm:t>
        <a:bodyPr/>
        <a:lstStyle/>
        <a:p>
          <a:endParaRPr lang="en-US"/>
        </a:p>
      </dgm:t>
    </dgm:pt>
    <dgm:pt modelId="{AF8FBBFD-50AF-436A-BF66-9162F222560B}" type="pres">
      <dgm:prSet presAssocID="{6AA403A6-F76D-4649-8633-3AA3AC39067C}" presName="root" presStyleCnt="0">
        <dgm:presLayoutVars>
          <dgm:dir/>
          <dgm:resizeHandles val="exact"/>
        </dgm:presLayoutVars>
      </dgm:prSet>
      <dgm:spPr/>
    </dgm:pt>
    <dgm:pt modelId="{30B43C17-1E82-4430-8CE4-6A81346F6727}" type="pres">
      <dgm:prSet presAssocID="{9B367D2A-E804-4D2D-A601-50ECAA19FBC8}" presName="compNode" presStyleCnt="0"/>
      <dgm:spPr/>
    </dgm:pt>
    <dgm:pt modelId="{7055C77B-E902-4BEC-A520-052C23BD400C}" type="pres">
      <dgm:prSet presAssocID="{9B367D2A-E804-4D2D-A601-50ECAA19FBC8}" presName="bgRect" presStyleLbl="bgShp" presStyleIdx="0" presStyleCnt="3"/>
      <dgm:spPr/>
    </dgm:pt>
    <dgm:pt modelId="{86C4A9C3-B69B-4BC2-B40F-C425C9B7EF6F}" type="pres">
      <dgm:prSet presAssocID="{9B367D2A-E804-4D2D-A601-50ECAA19FB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67757E-9FEC-4E16-B829-A6F35780BD1C}" type="pres">
      <dgm:prSet presAssocID="{9B367D2A-E804-4D2D-A601-50ECAA19FBC8}" presName="spaceRect" presStyleCnt="0"/>
      <dgm:spPr/>
    </dgm:pt>
    <dgm:pt modelId="{C1E04D48-B8D6-44E0-A135-5234E4D8D3C5}" type="pres">
      <dgm:prSet presAssocID="{9B367D2A-E804-4D2D-A601-50ECAA19FBC8}" presName="parTx" presStyleLbl="revTx" presStyleIdx="0" presStyleCnt="3">
        <dgm:presLayoutVars>
          <dgm:chMax val="0"/>
          <dgm:chPref val="0"/>
        </dgm:presLayoutVars>
      </dgm:prSet>
      <dgm:spPr/>
    </dgm:pt>
    <dgm:pt modelId="{DB5D515E-897B-453D-9A2C-055D6D3B21CC}" type="pres">
      <dgm:prSet presAssocID="{E24FDC8E-43E6-4B34-8A3D-A5DD2DA2BA44}" presName="sibTrans" presStyleCnt="0"/>
      <dgm:spPr/>
    </dgm:pt>
    <dgm:pt modelId="{08C93AB4-6065-41CB-9A4D-8B5BB9213DC5}" type="pres">
      <dgm:prSet presAssocID="{7D6FE252-FF65-4D6D-A087-28A22CF51FCB}" presName="compNode" presStyleCnt="0"/>
      <dgm:spPr/>
    </dgm:pt>
    <dgm:pt modelId="{56028AE6-211D-424B-B09F-88A7E56691AA}" type="pres">
      <dgm:prSet presAssocID="{7D6FE252-FF65-4D6D-A087-28A22CF51FCB}" presName="bgRect" presStyleLbl="bgShp" presStyleIdx="1" presStyleCnt="3"/>
      <dgm:spPr/>
    </dgm:pt>
    <dgm:pt modelId="{3499D96A-C5C5-4E3D-8980-AE79E08E186B}" type="pres">
      <dgm:prSet presAssocID="{7D6FE252-FF65-4D6D-A087-28A22CF51F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E41BAEA1-F6F5-4130-B763-EBB999B8A62B}" type="pres">
      <dgm:prSet presAssocID="{7D6FE252-FF65-4D6D-A087-28A22CF51FCB}" presName="spaceRect" presStyleCnt="0"/>
      <dgm:spPr/>
    </dgm:pt>
    <dgm:pt modelId="{E6D1EBE0-E51E-4D93-88BB-8202D3019F96}" type="pres">
      <dgm:prSet presAssocID="{7D6FE252-FF65-4D6D-A087-28A22CF51FCB}" presName="parTx" presStyleLbl="revTx" presStyleIdx="1" presStyleCnt="3">
        <dgm:presLayoutVars>
          <dgm:chMax val="0"/>
          <dgm:chPref val="0"/>
        </dgm:presLayoutVars>
      </dgm:prSet>
      <dgm:spPr/>
    </dgm:pt>
    <dgm:pt modelId="{74AC0839-79C4-4FEE-8EA0-912CC7C75BF6}" type="pres">
      <dgm:prSet presAssocID="{7A52185E-D4DA-4508-BD86-3169D3F3CAC6}" presName="sibTrans" presStyleCnt="0"/>
      <dgm:spPr/>
    </dgm:pt>
    <dgm:pt modelId="{44F19A6E-3D2A-4F63-AC32-3CF99CDD3FA2}" type="pres">
      <dgm:prSet presAssocID="{6382096A-44A1-4D9A-9A54-810937F32A71}" presName="compNode" presStyleCnt="0"/>
      <dgm:spPr/>
    </dgm:pt>
    <dgm:pt modelId="{CC3C60C5-719E-41D9-A6C7-C60A0AEDCDA0}" type="pres">
      <dgm:prSet presAssocID="{6382096A-44A1-4D9A-9A54-810937F32A71}" presName="bgRect" presStyleLbl="bgShp" presStyleIdx="2" presStyleCnt="3"/>
      <dgm:spPr/>
    </dgm:pt>
    <dgm:pt modelId="{A3118AAB-C7A1-44FC-A021-57A82D74D712}" type="pres">
      <dgm:prSet presAssocID="{6382096A-44A1-4D9A-9A54-810937F32A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anajes"/>
        </a:ext>
      </dgm:extLst>
    </dgm:pt>
    <dgm:pt modelId="{037AF540-56D2-4646-A125-91AC292E54D6}" type="pres">
      <dgm:prSet presAssocID="{6382096A-44A1-4D9A-9A54-810937F32A71}" presName="spaceRect" presStyleCnt="0"/>
      <dgm:spPr/>
    </dgm:pt>
    <dgm:pt modelId="{7B4762D8-5FDD-49C8-BBDD-C69F4F9904B8}" type="pres">
      <dgm:prSet presAssocID="{6382096A-44A1-4D9A-9A54-810937F32A7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ED0271F-4203-4E67-8023-F417DEB5F2C8}" srcId="{6AA403A6-F76D-4649-8633-3AA3AC39067C}" destId="{6382096A-44A1-4D9A-9A54-810937F32A71}" srcOrd="2" destOrd="0" parTransId="{6DD6BCDA-EF72-4FF7-BC02-4B7113F41F4C}" sibTransId="{DA4097C7-E0B5-40D4-B46A-34E7755832FE}"/>
    <dgm:cxn modelId="{B5CE3A5B-87DE-4ACE-BE08-EC3384EB0692}" type="presOf" srcId="{9B367D2A-E804-4D2D-A601-50ECAA19FBC8}" destId="{C1E04D48-B8D6-44E0-A135-5234E4D8D3C5}" srcOrd="0" destOrd="0" presId="urn:microsoft.com/office/officeart/2018/2/layout/IconVerticalSolidList"/>
    <dgm:cxn modelId="{B2E5705C-F7F0-4A3F-957D-039D08BAF6A7}" type="presOf" srcId="{6AA403A6-F76D-4649-8633-3AA3AC39067C}" destId="{AF8FBBFD-50AF-436A-BF66-9162F222560B}" srcOrd="0" destOrd="0" presId="urn:microsoft.com/office/officeart/2018/2/layout/IconVerticalSolidList"/>
    <dgm:cxn modelId="{AD30E890-840E-43C5-A735-43D228B2CFEA}" srcId="{6AA403A6-F76D-4649-8633-3AA3AC39067C}" destId="{9B367D2A-E804-4D2D-A601-50ECAA19FBC8}" srcOrd="0" destOrd="0" parTransId="{77C9C689-874C-4C08-9F3A-7352E00F805A}" sibTransId="{E24FDC8E-43E6-4B34-8A3D-A5DD2DA2BA44}"/>
    <dgm:cxn modelId="{B51FE992-8933-4165-9B94-45AD93D88BB4}" type="presOf" srcId="{6382096A-44A1-4D9A-9A54-810937F32A71}" destId="{7B4762D8-5FDD-49C8-BBDD-C69F4F9904B8}" srcOrd="0" destOrd="0" presId="urn:microsoft.com/office/officeart/2018/2/layout/IconVerticalSolidList"/>
    <dgm:cxn modelId="{84F1A8C1-42B0-4B1D-8145-695D0F9B3E13}" type="presOf" srcId="{7D6FE252-FF65-4D6D-A087-28A22CF51FCB}" destId="{E6D1EBE0-E51E-4D93-88BB-8202D3019F96}" srcOrd="0" destOrd="0" presId="urn:microsoft.com/office/officeart/2018/2/layout/IconVerticalSolidList"/>
    <dgm:cxn modelId="{382667F3-0288-4937-B363-7E14D87122A4}" srcId="{6AA403A6-F76D-4649-8633-3AA3AC39067C}" destId="{7D6FE252-FF65-4D6D-A087-28A22CF51FCB}" srcOrd="1" destOrd="0" parTransId="{EDA1A00D-0661-4D65-88BF-A4D20BC64A5E}" sibTransId="{7A52185E-D4DA-4508-BD86-3169D3F3CAC6}"/>
    <dgm:cxn modelId="{7FC548AC-53CF-4BB5-AEBE-40FC6787E83D}" type="presParOf" srcId="{AF8FBBFD-50AF-436A-BF66-9162F222560B}" destId="{30B43C17-1E82-4430-8CE4-6A81346F6727}" srcOrd="0" destOrd="0" presId="urn:microsoft.com/office/officeart/2018/2/layout/IconVerticalSolidList"/>
    <dgm:cxn modelId="{5DF463D9-93D5-4908-9747-FE684191E0B7}" type="presParOf" srcId="{30B43C17-1E82-4430-8CE4-6A81346F6727}" destId="{7055C77B-E902-4BEC-A520-052C23BD400C}" srcOrd="0" destOrd="0" presId="urn:microsoft.com/office/officeart/2018/2/layout/IconVerticalSolidList"/>
    <dgm:cxn modelId="{69C2206C-932C-41CA-A387-AB306C15B7B2}" type="presParOf" srcId="{30B43C17-1E82-4430-8CE4-6A81346F6727}" destId="{86C4A9C3-B69B-4BC2-B40F-C425C9B7EF6F}" srcOrd="1" destOrd="0" presId="urn:microsoft.com/office/officeart/2018/2/layout/IconVerticalSolidList"/>
    <dgm:cxn modelId="{A5336F5B-54AD-42A7-8A54-2FE48E93B8AF}" type="presParOf" srcId="{30B43C17-1E82-4430-8CE4-6A81346F6727}" destId="{2667757E-9FEC-4E16-B829-A6F35780BD1C}" srcOrd="2" destOrd="0" presId="urn:microsoft.com/office/officeart/2018/2/layout/IconVerticalSolidList"/>
    <dgm:cxn modelId="{219773E2-231C-4867-9334-3A559CA16313}" type="presParOf" srcId="{30B43C17-1E82-4430-8CE4-6A81346F6727}" destId="{C1E04D48-B8D6-44E0-A135-5234E4D8D3C5}" srcOrd="3" destOrd="0" presId="urn:microsoft.com/office/officeart/2018/2/layout/IconVerticalSolidList"/>
    <dgm:cxn modelId="{27AE116C-C78D-4BEF-AACA-BDF52CD637CC}" type="presParOf" srcId="{AF8FBBFD-50AF-436A-BF66-9162F222560B}" destId="{DB5D515E-897B-453D-9A2C-055D6D3B21CC}" srcOrd="1" destOrd="0" presId="urn:microsoft.com/office/officeart/2018/2/layout/IconVerticalSolidList"/>
    <dgm:cxn modelId="{5CACF7A7-36E2-4D5F-82A8-545C3F3C5679}" type="presParOf" srcId="{AF8FBBFD-50AF-436A-BF66-9162F222560B}" destId="{08C93AB4-6065-41CB-9A4D-8B5BB9213DC5}" srcOrd="2" destOrd="0" presId="urn:microsoft.com/office/officeart/2018/2/layout/IconVerticalSolidList"/>
    <dgm:cxn modelId="{195989A4-5D17-4A9C-A011-2778EE09FE22}" type="presParOf" srcId="{08C93AB4-6065-41CB-9A4D-8B5BB9213DC5}" destId="{56028AE6-211D-424B-B09F-88A7E56691AA}" srcOrd="0" destOrd="0" presId="urn:microsoft.com/office/officeart/2018/2/layout/IconVerticalSolidList"/>
    <dgm:cxn modelId="{E26638AA-941F-487B-8CCC-090EFB1FCCBE}" type="presParOf" srcId="{08C93AB4-6065-41CB-9A4D-8B5BB9213DC5}" destId="{3499D96A-C5C5-4E3D-8980-AE79E08E186B}" srcOrd="1" destOrd="0" presId="urn:microsoft.com/office/officeart/2018/2/layout/IconVerticalSolidList"/>
    <dgm:cxn modelId="{BDDE3B48-EAE2-4227-ADB4-1121B935E72A}" type="presParOf" srcId="{08C93AB4-6065-41CB-9A4D-8B5BB9213DC5}" destId="{E41BAEA1-F6F5-4130-B763-EBB999B8A62B}" srcOrd="2" destOrd="0" presId="urn:microsoft.com/office/officeart/2018/2/layout/IconVerticalSolidList"/>
    <dgm:cxn modelId="{7090D272-3557-414C-A124-37F886435E7E}" type="presParOf" srcId="{08C93AB4-6065-41CB-9A4D-8B5BB9213DC5}" destId="{E6D1EBE0-E51E-4D93-88BB-8202D3019F96}" srcOrd="3" destOrd="0" presId="urn:microsoft.com/office/officeart/2018/2/layout/IconVerticalSolidList"/>
    <dgm:cxn modelId="{9D7C3417-41DA-4550-8314-4C5674171CE8}" type="presParOf" srcId="{AF8FBBFD-50AF-436A-BF66-9162F222560B}" destId="{74AC0839-79C4-4FEE-8EA0-912CC7C75BF6}" srcOrd="3" destOrd="0" presId="urn:microsoft.com/office/officeart/2018/2/layout/IconVerticalSolidList"/>
    <dgm:cxn modelId="{741CE81C-6D74-452E-BA53-7ED219E7B37B}" type="presParOf" srcId="{AF8FBBFD-50AF-436A-BF66-9162F222560B}" destId="{44F19A6E-3D2A-4F63-AC32-3CF99CDD3FA2}" srcOrd="4" destOrd="0" presId="urn:microsoft.com/office/officeart/2018/2/layout/IconVerticalSolidList"/>
    <dgm:cxn modelId="{30C8E7F3-5464-48F5-81B2-67B0061CE1A5}" type="presParOf" srcId="{44F19A6E-3D2A-4F63-AC32-3CF99CDD3FA2}" destId="{CC3C60C5-719E-41D9-A6C7-C60A0AEDCDA0}" srcOrd="0" destOrd="0" presId="urn:microsoft.com/office/officeart/2018/2/layout/IconVerticalSolidList"/>
    <dgm:cxn modelId="{067B8B38-15F0-473B-8435-2C638C972EA7}" type="presParOf" srcId="{44F19A6E-3D2A-4F63-AC32-3CF99CDD3FA2}" destId="{A3118AAB-C7A1-44FC-A021-57A82D74D712}" srcOrd="1" destOrd="0" presId="urn:microsoft.com/office/officeart/2018/2/layout/IconVerticalSolidList"/>
    <dgm:cxn modelId="{9232E52D-6D56-45B4-B8D6-6DF214E413D3}" type="presParOf" srcId="{44F19A6E-3D2A-4F63-AC32-3CF99CDD3FA2}" destId="{037AF540-56D2-4646-A125-91AC292E54D6}" srcOrd="2" destOrd="0" presId="urn:microsoft.com/office/officeart/2018/2/layout/IconVerticalSolidList"/>
    <dgm:cxn modelId="{DA94703D-AAA1-48CB-AEA0-E9C6778DCB06}" type="presParOf" srcId="{44F19A6E-3D2A-4F63-AC32-3CF99CDD3FA2}" destId="{7B4762D8-5FDD-49C8-BBDD-C69F4F9904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C04263-B146-4D61-A2CD-539AAFBD848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FFC4922B-DBAB-4254-B8AE-ACBF58F461F8}">
      <dgm:prSet/>
      <dgm:spPr/>
      <dgm:t>
        <a:bodyPr/>
        <a:lstStyle/>
        <a:p>
          <a:r>
            <a:rPr lang="en-US"/>
            <a:t>Editor inline asistido por AI y plantillas guardables</a:t>
          </a:r>
        </a:p>
      </dgm:t>
    </dgm:pt>
    <dgm:pt modelId="{CF721C08-38AE-4204-BBEA-2A98387D3619}" type="parTrans" cxnId="{16F405EB-68FA-4F94-9C65-417B6692771D}">
      <dgm:prSet/>
      <dgm:spPr/>
      <dgm:t>
        <a:bodyPr/>
        <a:lstStyle/>
        <a:p>
          <a:endParaRPr lang="en-US"/>
        </a:p>
      </dgm:t>
    </dgm:pt>
    <dgm:pt modelId="{51DC085A-6702-4B3C-AE28-658092040453}" type="sibTrans" cxnId="{16F405EB-68FA-4F94-9C65-417B6692771D}">
      <dgm:prSet/>
      <dgm:spPr/>
      <dgm:t>
        <a:bodyPr/>
        <a:lstStyle/>
        <a:p>
          <a:endParaRPr lang="en-US"/>
        </a:p>
      </dgm:t>
    </dgm:pt>
    <dgm:pt modelId="{F62871FA-1C0F-47E2-B872-281CEA8179DA}">
      <dgm:prSet/>
      <dgm:spPr/>
      <dgm:t>
        <a:bodyPr/>
        <a:lstStyle/>
        <a:p>
          <a:r>
            <a:rPr lang="en-US"/>
            <a:t>Integración vía blueprints backend (`/api/flowing/*`)</a:t>
          </a:r>
        </a:p>
      </dgm:t>
    </dgm:pt>
    <dgm:pt modelId="{41E8753B-83E2-49E9-85A2-3020FC7E83C8}" type="parTrans" cxnId="{69D03DF6-54EC-48A1-94A6-C687CBEC10A5}">
      <dgm:prSet/>
      <dgm:spPr/>
      <dgm:t>
        <a:bodyPr/>
        <a:lstStyle/>
        <a:p>
          <a:endParaRPr lang="en-US"/>
        </a:p>
      </dgm:t>
    </dgm:pt>
    <dgm:pt modelId="{8F4D5D08-8F57-40A2-9A34-1F6B7E529FCD}" type="sibTrans" cxnId="{69D03DF6-54EC-48A1-94A6-C687CBEC10A5}">
      <dgm:prSet/>
      <dgm:spPr/>
      <dgm:t>
        <a:bodyPr/>
        <a:lstStyle/>
        <a:p>
          <a:endParaRPr lang="en-US"/>
        </a:p>
      </dgm:t>
    </dgm:pt>
    <dgm:pt modelId="{593D1746-197B-4DF1-857F-D7949F67AC67}">
      <dgm:prSet/>
      <dgm:spPr/>
      <dgm:t>
        <a:bodyPr/>
        <a:lstStyle/>
        <a:p>
          <a:r>
            <a:rPr lang="en-US"/>
            <a:t>Control de privacidad y modo debug/opt-in</a:t>
          </a:r>
        </a:p>
      </dgm:t>
    </dgm:pt>
    <dgm:pt modelId="{D15DF842-85C5-4B6A-9C76-95CB66E652AB}" type="parTrans" cxnId="{D2F22249-3175-4A58-BE23-7FF7E8B83E31}">
      <dgm:prSet/>
      <dgm:spPr/>
      <dgm:t>
        <a:bodyPr/>
        <a:lstStyle/>
        <a:p>
          <a:endParaRPr lang="en-US"/>
        </a:p>
      </dgm:t>
    </dgm:pt>
    <dgm:pt modelId="{00CF38C2-E16E-4C2E-B1BE-782C747E2CB5}" type="sibTrans" cxnId="{D2F22249-3175-4A58-BE23-7FF7E8B83E31}">
      <dgm:prSet/>
      <dgm:spPr/>
      <dgm:t>
        <a:bodyPr/>
        <a:lstStyle/>
        <a:p>
          <a:endParaRPr lang="en-US"/>
        </a:p>
      </dgm:t>
    </dgm:pt>
    <dgm:pt modelId="{FA123F4A-86A0-4173-ADDB-FED552750982}" type="pres">
      <dgm:prSet presAssocID="{7EC04263-B146-4D61-A2CD-539AAFBD8480}" presName="root" presStyleCnt="0">
        <dgm:presLayoutVars>
          <dgm:dir/>
          <dgm:resizeHandles val="exact"/>
        </dgm:presLayoutVars>
      </dgm:prSet>
      <dgm:spPr/>
    </dgm:pt>
    <dgm:pt modelId="{7403D0D0-24F2-42C6-B7C9-4952CBBC4047}" type="pres">
      <dgm:prSet presAssocID="{FFC4922B-DBAB-4254-B8AE-ACBF58F461F8}" presName="compNode" presStyleCnt="0"/>
      <dgm:spPr/>
    </dgm:pt>
    <dgm:pt modelId="{FD1F759F-B09C-4F08-AA69-28ABF97757AF}" type="pres">
      <dgm:prSet presAssocID="{FFC4922B-DBAB-4254-B8AE-ACBF58F461F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4C33C7F2-D48A-45D8-9FFD-90C585A95CA8}" type="pres">
      <dgm:prSet presAssocID="{FFC4922B-DBAB-4254-B8AE-ACBF58F461F8}" presName="spaceRect" presStyleCnt="0"/>
      <dgm:spPr/>
    </dgm:pt>
    <dgm:pt modelId="{DFC0A6CC-EA68-4B1A-A3B8-6FAC9B37F792}" type="pres">
      <dgm:prSet presAssocID="{FFC4922B-DBAB-4254-B8AE-ACBF58F461F8}" presName="textRect" presStyleLbl="revTx" presStyleIdx="0" presStyleCnt="3">
        <dgm:presLayoutVars>
          <dgm:chMax val="1"/>
          <dgm:chPref val="1"/>
        </dgm:presLayoutVars>
      </dgm:prSet>
      <dgm:spPr/>
    </dgm:pt>
    <dgm:pt modelId="{874EE523-5278-4108-8D44-C94ACA977789}" type="pres">
      <dgm:prSet presAssocID="{51DC085A-6702-4B3C-AE28-658092040453}" presName="sibTrans" presStyleCnt="0"/>
      <dgm:spPr/>
    </dgm:pt>
    <dgm:pt modelId="{918E9DB6-7A73-4678-B3B8-C2F102A71ACC}" type="pres">
      <dgm:prSet presAssocID="{F62871FA-1C0F-47E2-B872-281CEA8179DA}" presName="compNode" presStyleCnt="0"/>
      <dgm:spPr/>
    </dgm:pt>
    <dgm:pt modelId="{951E06EC-C23F-41BA-ACDD-559444085FC7}" type="pres">
      <dgm:prSet presAssocID="{F62871FA-1C0F-47E2-B872-281CEA8179D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D3B0B009-E3E3-41F5-A6FA-B0699E4FD260}" type="pres">
      <dgm:prSet presAssocID="{F62871FA-1C0F-47E2-B872-281CEA8179DA}" presName="spaceRect" presStyleCnt="0"/>
      <dgm:spPr/>
    </dgm:pt>
    <dgm:pt modelId="{2F5D4738-3DDC-418E-80FE-649C69091A0D}" type="pres">
      <dgm:prSet presAssocID="{F62871FA-1C0F-47E2-B872-281CEA8179DA}" presName="textRect" presStyleLbl="revTx" presStyleIdx="1" presStyleCnt="3">
        <dgm:presLayoutVars>
          <dgm:chMax val="1"/>
          <dgm:chPref val="1"/>
        </dgm:presLayoutVars>
      </dgm:prSet>
      <dgm:spPr/>
    </dgm:pt>
    <dgm:pt modelId="{F4810432-0A39-4BED-871A-78044C5B11D4}" type="pres">
      <dgm:prSet presAssocID="{8F4D5D08-8F57-40A2-9A34-1F6B7E529FCD}" presName="sibTrans" presStyleCnt="0"/>
      <dgm:spPr/>
    </dgm:pt>
    <dgm:pt modelId="{B2FB65BD-CA57-46DB-B717-33A545A53926}" type="pres">
      <dgm:prSet presAssocID="{593D1746-197B-4DF1-857F-D7949F67AC67}" presName="compNode" presStyleCnt="0"/>
      <dgm:spPr/>
    </dgm:pt>
    <dgm:pt modelId="{D7E95437-4361-4E95-B14F-5E1061E42F47}" type="pres">
      <dgm:prSet presAssocID="{593D1746-197B-4DF1-857F-D7949F67AC6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6077442-8AA6-4FCD-8C68-18D2C74F640F}" type="pres">
      <dgm:prSet presAssocID="{593D1746-197B-4DF1-857F-D7949F67AC67}" presName="spaceRect" presStyleCnt="0"/>
      <dgm:spPr/>
    </dgm:pt>
    <dgm:pt modelId="{A07DCB2D-6F67-48DE-AFC7-6C091883A7B9}" type="pres">
      <dgm:prSet presAssocID="{593D1746-197B-4DF1-857F-D7949F67AC6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8BCB33E-EFBB-4A07-8945-5B750A3777FE}" type="presOf" srcId="{593D1746-197B-4DF1-857F-D7949F67AC67}" destId="{A07DCB2D-6F67-48DE-AFC7-6C091883A7B9}" srcOrd="0" destOrd="0" presId="urn:microsoft.com/office/officeart/2018/2/layout/IconLabelList"/>
    <dgm:cxn modelId="{D2F22249-3175-4A58-BE23-7FF7E8B83E31}" srcId="{7EC04263-B146-4D61-A2CD-539AAFBD8480}" destId="{593D1746-197B-4DF1-857F-D7949F67AC67}" srcOrd="2" destOrd="0" parTransId="{D15DF842-85C5-4B6A-9C76-95CB66E652AB}" sibTransId="{00CF38C2-E16E-4C2E-B1BE-782C747E2CB5}"/>
    <dgm:cxn modelId="{E15DD698-3C84-4109-AF19-3AAA8C24953F}" type="presOf" srcId="{FFC4922B-DBAB-4254-B8AE-ACBF58F461F8}" destId="{DFC0A6CC-EA68-4B1A-A3B8-6FAC9B37F792}" srcOrd="0" destOrd="0" presId="urn:microsoft.com/office/officeart/2018/2/layout/IconLabelList"/>
    <dgm:cxn modelId="{FC975EDB-9902-4996-90EF-044A264DB8C5}" type="presOf" srcId="{F62871FA-1C0F-47E2-B872-281CEA8179DA}" destId="{2F5D4738-3DDC-418E-80FE-649C69091A0D}" srcOrd="0" destOrd="0" presId="urn:microsoft.com/office/officeart/2018/2/layout/IconLabelList"/>
    <dgm:cxn modelId="{16F405EB-68FA-4F94-9C65-417B6692771D}" srcId="{7EC04263-B146-4D61-A2CD-539AAFBD8480}" destId="{FFC4922B-DBAB-4254-B8AE-ACBF58F461F8}" srcOrd="0" destOrd="0" parTransId="{CF721C08-38AE-4204-BBEA-2A98387D3619}" sibTransId="{51DC085A-6702-4B3C-AE28-658092040453}"/>
    <dgm:cxn modelId="{69D03DF6-54EC-48A1-94A6-C687CBEC10A5}" srcId="{7EC04263-B146-4D61-A2CD-539AAFBD8480}" destId="{F62871FA-1C0F-47E2-B872-281CEA8179DA}" srcOrd="1" destOrd="0" parTransId="{41E8753B-83E2-49E9-85A2-3020FC7E83C8}" sibTransId="{8F4D5D08-8F57-40A2-9A34-1F6B7E529FCD}"/>
    <dgm:cxn modelId="{F16EC2FE-6164-44D9-B340-D3A583759586}" type="presOf" srcId="{7EC04263-B146-4D61-A2CD-539AAFBD8480}" destId="{FA123F4A-86A0-4173-ADDB-FED552750982}" srcOrd="0" destOrd="0" presId="urn:microsoft.com/office/officeart/2018/2/layout/IconLabelList"/>
    <dgm:cxn modelId="{7D823DD8-13F5-47AC-95CA-17B02D28C82D}" type="presParOf" srcId="{FA123F4A-86A0-4173-ADDB-FED552750982}" destId="{7403D0D0-24F2-42C6-B7C9-4952CBBC4047}" srcOrd="0" destOrd="0" presId="urn:microsoft.com/office/officeart/2018/2/layout/IconLabelList"/>
    <dgm:cxn modelId="{751AA3F9-8A77-4630-B34B-7F180D76B913}" type="presParOf" srcId="{7403D0D0-24F2-42C6-B7C9-4952CBBC4047}" destId="{FD1F759F-B09C-4F08-AA69-28ABF97757AF}" srcOrd="0" destOrd="0" presId="urn:microsoft.com/office/officeart/2018/2/layout/IconLabelList"/>
    <dgm:cxn modelId="{5660C4DF-BAAC-453F-8834-A447A2F5B9D8}" type="presParOf" srcId="{7403D0D0-24F2-42C6-B7C9-4952CBBC4047}" destId="{4C33C7F2-D48A-45D8-9FFD-90C585A95CA8}" srcOrd="1" destOrd="0" presId="urn:microsoft.com/office/officeart/2018/2/layout/IconLabelList"/>
    <dgm:cxn modelId="{39DC79F5-93AE-4AB5-8C4F-AF4BBCE0E540}" type="presParOf" srcId="{7403D0D0-24F2-42C6-B7C9-4952CBBC4047}" destId="{DFC0A6CC-EA68-4B1A-A3B8-6FAC9B37F792}" srcOrd="2" destOrd="0" presId="urn:microsoft.com/office/officeart/2018/2/layout/IconLabelList"/>
    <dgm:cxn modelId="{C452C30E-217B-4F3B-B9D8-6A941E53A909}" type="presParOf" srcId="{FA123F4A-86A0-4173-ADDB-FED552750982}" destId="{874EE523-5278-4108-8D44-C94ACA977789}" srcOrd="1" destOrd="0" presId="urn:microsoft.com/office/officeart/2018/2/layout/IconLabelList"/>
    <dgm:cxn modelId="{1164D7E5-DCC9-472B-963C-EBAC776DF5C7}" type="presParOf" srcId="{FA123F4A-86A0-4173-ADDB-FED552750982}" destId="{918E9DB6-7A73-4678-B3B8-C2F102A71ACC}" srcOrd="2" destOrd="0" presId="urn:microsoft.com/office/officeart/2018/2/layout/IconLabelList"/>
    <dgm:cxn modelId="{40C1DA7B-E4F3-4D27-A4D4-7087918416C4}" type="presParOf" srcId="{918E9DB6-7A73-4678-B3B8-C2F102A71ACC}" destId="{951E06EC-C23F-41BA-ACDD-559444085FC7}" srcOrd="0" destOrd="0" presId="urn:microsoft.com/office/officeart/2018/2/layout/IconLabelList"/>
    <dgm:cxn modelId="{2BB37A25-9153-4702-81F7-E245A8E18C6C}" type="presParOf" srcId="{918E9DB6-7A73-4678-B3B8-C2F102A71ACC}" destId="{D3B0B009-E3E3-41F5-A6FA-B0699E4FD260}" srcOrd="1" destOrd="0" presId="urn:microsoft.com/office/officeart/2018/2/layout/IconLabelList"/>
    <dgm:cxn modelId="{38BC78FE-4228-43BB-8A58-1F595A6738C3}" type="presParOf" srcId="{918E9DB6-7A73-4678-B3B8-C2F102A71ACC}" destId="{2F5D4738-3DDC-418E-80FE-649C69091A0D}" srcOrd="2" destOrd="0" presId="urn:microsoft.com/office/officeart/2018/2/layout/IconLabelList"/>
    <dgm:cxn modelId="{331809DA-32DA-4E37-B726-4E7B11461C21}" type="presParOf" srcId="{FA123F4A-86A0-4173-ADDB-FED552750982}" destId="{F4810432-0A39-4BED-871A-78044C5B11D4}" srcOrd="3" destOrd="0" presId="urn:microsoft.com/office/officeart/2018/2/layout/IconLabelList"/>
    <dgm:cxn modelId="{8BF1587E-974E-47F4-9507-E2A5F72BE226}" type="presParOf" srcId="{FA123F4A-86A0-4173-ADDB-FED552750982}" destId="{B2FB65BD-CA57-46DB-B717-33A545A53926}" srcOrd="4" destOrd="0" presId="urn:microsoft.com/office/officeart/2018/2/layout/IconLabelList"/>
    <dgm:cxn modelId="{152D58D7-177C-4422-AA45-7C60E596EBAE}" type="presParOf" srcId="{B2FB65BD-CA57-46DB-B717-33A545A53926}" destId="{D7E95437-4361-4E95-B14F-5E1061E42F47}" srcOrd="0" destOrd="0" presId="urn:microsoft.com/office/officeart/2018/2/layout/IconLabelList"/>
    <dgm:cxn modelId="{F71021AB-EFB1-4777-B764-D98E50CB7A22}" type="presParOf" srcId="{B2FB65BD-CA57-46DB-B717-33A545A53926}" destId="{16077442-8AA6-4FCD-8C68-18D2C74F640F}" srcOrd="1" destOrd="0" presId="urn:microsoft.com/office/officeart/2018/2/layout/IconLabelList"/>
    <dgm:cxn modelId="{E8591290-AEE5-40F5-B8D5-345814F548AE}" type="presParOf" srcId="{B2FB65BD-CA57-46DB-B717-33A545A53926}" destId="{A07DCB2D-6F67-48DE-AFC7-6C091883A7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5C77B-E902-4BEC-A520-052C23BD400C}">
      <dsp:nvSpPr>
        <dsp:cNvPr id="0" name=""/>
        <dsp:cNvSpPr/>
      </dsp:nvSpPr>
      <dsp:spPr>
        <a:xfrm>
          <a:off x="0" y="682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C4A9C3-B69B-4BC2-B40F-C425C9B7EF6F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E04D48-B8D6-44E0-A135-5234E4D8D3C5}">
      <dsp:nvSpPr>
        <dsp:cNvPr id="0" name=""/>
        <dsp:cNvSpPr/>
      </dsp:nvSpPr>
      <dsp:spPr>
        <a:xfrm>
          <a:off x="1844034" y="682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AI </a:t>
          </a:r>
          <a:r>
            <a:rPr lang="es-MX" sz="2200" kern="1200" dirty="0" err="1"/>
            <a:t>Queue</a:t>
          </a:r>
          <a:r>
            <a:rPr lang="es-MX" sz="2200" kern="1200" dirty="0"/>
            <a:t> </a:t>
          </a:r>
          <a:r>
            <a:rPr lang="es-MX" sz="2200" kern="1200" dirty="0" err="1"/>
            <a:t>Analyzer</a:t>
          </a:r>
          <a:r>
            <a:rPr lang="es-MX" sz="2200" kern="1200" dirty="0"/>
            <a:t>: </a:t>
          </a:r>
          <a:r>
            <a:rPr lang="es-MX" sz="2200" kern="1200" dirty="0" err="1"/>
            <a:t>insights</a:t>
          </a:r>
          <a:r>
            <a:rPr lang="es-MX" sz="2200" kern="1200" dirty="0"/>
            <a:t>, </a:t>
          </a:r>
          <a:r>
            <a:rPr lang="es-MX" sz="2200" kern="1200" dirty="0" err="1"/>
            <a:t>clustering</a:t>
          </a:r>
          <a:r>
            <a:rPr lang="es-MX" sz="2200" kern="1200" dirty="0"/>
            <a:t> y anomalías</a:t>
          </a:r>
          <a:endParaRPr lang="en-US" sz="2200" kern="1200" dirty="0"/>
        </a:p>
      </dsp:txBody>
      <dsp:txXfrm>
        <a:off x="1844034" y="682"/>
        <a:ext cx="2839914" cy="1596566"/>
      </dsp:txXfrm>
    </dsp:sp>
    <dsp:sp modelId="{56028AE6-211D-424B-B09F-88A7E56691AA}">
      <dsp:nvSpPr>
        <dsp:cNvPr id="0" name=""/>
        <dsp:cNvSpPr/>
      </dsp:nvSpPr>
      <dsp:spPr>
        <a:xfrm>
          <a:off x="0" y="1996390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99D96A-C5C5-4E3D-8980-AE79E08E186B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1EBE0-E51E-4D93-88BB-8202D3019F96}">
      <dsp:nvSpPr>
        <dsp:cNvPr id="0" name=""/>
        <dsp:cNvSpPr/>
      </dsp:nvSpPr>
      <dsp:spPr>
        <a:xfrm>
          <a:off x="1844034" y="1996390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Reglas/</a:t>
          </a:r>
          <a:r>
            <a:rPr lang="es-MX" sz="2200" kern="1200" dirty="0" err="1"/>
            <a:t>blueprints</a:t>
          </a:r>
          <a:r>
            <a:rPr lang="es-MX" sz="2200" kern="1200" dirty="0"/>
            <a:t> ML para asignaciones y prioridades</a:t>
          </a:r>
          <a:endParaRPr lang="en-US" sz="2200" kern="1200" dirty="0"/>
        </a:p>
      </dsp:txBody>
      <dsp:txXfrm>
        <a:off x="1844034" y="1996390"/>
        <a:ext cx="2839914" cy="1596566"/>
      </dsp:txXfrm>
    </dsp:sp>
    <dsp:sp modelId="{CC3C60C5-719E-41D9-A6C7-C60A0AEDCDA0}">
      <dsp:nvSpPr>
        <dsp:cNvPr id="0" name=""/>
        <dsp:cNvSpPr/>
      </dsp:nvSpPr>
      <dsp:spPr>
        <a:xfrm>
          <a:off x="0" y="3992098"/>
          <a:ext cx="4683949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18AAB-C7A1-44FC-A021-57A82D74D712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762D8-5FDD-49C8-BBDD-C69F4F9904B8}">
      <dsp:nvSpPr>
        <dsp:cNvPr id="0" name=""/>
        <dsp:cNvSpPr/>
      </dsp:nvSpPr>
      <dsp:spPr>
        <a:xfrm>
          <a:off x="1844034" y="3992098"/>
          <a:ext cx="2839914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Módulos desacoplados: frontend ml-client y backend blueprints</a:t>
          </a:r>
          <a:endParaRPr lang="en-US" sz="2200" kern="1200"/>
        </a:p>
      </dsp:txBody>
      <dsp:txXfrm>
        <a:off x="1844034" y="3992098"/>
        <a:ext cx="2839914" cy="15965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F759F-B09C-4F08-AA69-28ABF97757AF}">
      <dsp:nvSpPr>
        <dsp:cNvPr id="0" name=""/>
        <dsp:cNvSpPr/>
      </dsp:nvSpPr>
      <dsp:spPr>
        <a:xfrm>
          <a:off x="665639" y="510856"/>
          <a:ext cx="932247" cy="932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C0A6CC-EA68-4B1A-A3B8-6FAC9B37F792}">
      <dsp:nvSpPr>
        <dsp:cNvPr id="0" name=""/>
        <dsp:cNvSpPr/>
      </dsp:nvSpPr>
      <dsp:spPr>
        <a:xfrm>
          <a:off x="95932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Editor inline asistido por AI y plantillas guardables</a:t>
          </a:r>
        </a:p>
      </dsp:txBody>
      <dsp:txXfrm>
        <a:off x="95932" y="1773386"/>
        <a:ext cx="2071662" cy="720000"/>
      </dsp:txXfrm>
    </dsp:sp>
    <dsp:sp modelId="{951E06EC-C23F-41BA-ACDD-559444085FC7}">
      <dsp:nvSpPr>
        <dsp:cNvPr id="0" name=""/>
        <dsp:cNvSpPr/>
      </dsp:nvSpPr>
      <dsp:spPr>
        <a:xfrm>
          <a:off x="3099842" y="510856"/>
          <a:ext cx="932247" cy="932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D4738-3DDC-418E-80FE-649C69091A0D}">
      <dsp:nvSpPr>
        <dsp:cNvPr id="0" name=""/>
        <dsp:cNvSpPr/>
      </dsp:nvSpPr>
      <dsp:spPr>
        <a:xfrm>
          <a:off x="2530135" y="1773386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Integración vía blueprints backend (`/api/flowing/*`)</a:t>
          </a:r>
        </a:p>
      </dsp:txBody>
      <dsp:txXfrm>
        <a:off x="2530135" y="1773386"/>
        <a:ext cx="2071662" cy="720000"/>
      </dsp:txXfrm>
    </dsp:sp>
    <dsp:sp modelId="{D7E95437-4361-4E95-B14F-5E1061E42F47}">
      <dsp:nvSpPr>
        <dsp:cNvPr id="0" name=""/>
        <dsp:cNvSpPr/>
      </dsp:nvSpPr>
      <dsp:spPr>
        <a:xfrm>
          <a:off x="1882741" y="3011301"/>
          <a:ext cx="932247" cy="932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DCB2D-6F67-48DE-AFC7-6C091883A7B9}">
      <dsp:nvSpPr>
        <dsp:cNvPr id="0" name=""/>
        <dsp:cNvSpPr/>
      </dsp:nvSpPr>
      <dsp:spPr>
        <a:xfrm>
          <a:off x="1313033" y="4273831"/>
          <a:ext cx="20716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Control de privacidad y modo debug/opt-in</a:t>
          </a:r>
        </a:p>
      </dsp:txBody>
      <dsp:txXfrm>
        <a:off x="1313033" y="4273831"/>
        <a:ext cx="207166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72955" y="1122302"/>
            <a:ext cx="5370815" cy="5735697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5"/>
          <a:stretch/>
        </p:blipFill>
        <p:spPr>
          <a:xfrm flipH="1">
            <a:off x="0" y="1122301"/>
            <a:ext cx="9144000" cy="57505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6801" y="4058125"/>
            <a:ext cx="3604497" cy="972836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3100" dirty="0" err="1">
                <a:solidFill>
                  <a:srgbClr val="000000"/>
                </a:solidFill>
              </a:rPr>
              <a:t>Flowing</a:t>
            </a:r>
            <a:r>
              <a:rPr lang="es-MX" sz="3100" dirty="0">
                <a:solidFill>
                  <a:srgbClr val="000000"/>
                </a:solidFill>
              </a:rPr>
              <a:t> MVP — Capacidades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030" y="3429000"/>
            <a:ext cx="3604268" cy="629123"/>
          </a:xfrm>
        </p:spPr>
        <p:txBody>
          <a:bodyPr anchor="b">
            <a:normAutofit/>
          </a:bodyPr>
          <a:lstStyle/>
          <a:p>
            <a:pPr algn="l"/>
            <a:r>
              <a:rPr lang="en-US" sz="1350">
                <a:solidFill>
                  <a:srgbClr val="000000"/>
                </a:solidFill>
              </a:rPr>
              <a:t>Contextual AI assistant for tickets, suggestions and automation</a:t>
            </a:r>
          </a:p>
        </p:txBody>
      </p:sp>
      <p:sp>
        <p:nvSpPr>
          <p:cNvPr id="27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3441" y="1608355"/>
            <a:ext cx="4570559" cy="5249645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Engranajes">
            <a:extLst>
              <a:ext uri="{FF2B5EF4-FFF2-40B4-BE49-F238E27FC236}">
                <a16:creationId xmlns:a16="http://schemas.microsoft.com/office/drawing/2014/main" id="{2DAB88D2-8044-BA6B-EAD5-AD4907DEA8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4681" y="2708150"/>
            <a:ext cx="3463967" cy="34639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397" y="508838"/>
            <a:ext cx="3913467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1243013"/>
            <a:ext cx="2891790" cy="4371974"/>
          </a:xfrm>
        </p:spPr>
        <p:txBody>
          <a:bodyPr>
            <a:normAutofit/>
          </a:bodyPr>
          <a:lstStyle/>
          <a:p>
            <a:r>
              <a:rPr lang="es-MX" sz="3100" b="1">
                <a:solidFill>
                  <a:schemeClr val="tx2"/>
                </a:solidFill>
                <a:latin typeface="Calibri"/>
              </a:rPr>
              <a:t>Asistente contextual inteligente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9150" y="804672"/>
            <a:ext cx="3915918" cy="5230368"/>
          </a:xfrm>
        </p:spPr>
        <p:txBody>
          <a:bodyPr anchor="ctr">
            <a:normAutofit/>
          </a:bodyPr>
          <a:lstStyle/>
          <a:p>
            <a:r>
              <a:rPr lang="es-ES" sz="1600" dirty="0">
                <a:solidFill>
                  <a:schemeClr val="tx2"/>
                </a:solidFill>
                <a:latin typeface="Calibri"/>
              </a:rPr>
              <a:t>Detecta contexto (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kanban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, lista, tarjeta, </a:t>
            </a:r>
            <a:r>
              <a:rPr lang="es-ES" sz="1600" dirty="0" err="1">
                <a:solidFill>
                  <a:schemeClr val="tx2"/>
                </a:solidFill>
                <a:latin typeface="Calibri"/>
              </a:rPr>
              <a:t>sidebar</a:t>
            </a:r>
            <a:r>
              <a:rPr lang="es-ES" sz="1600" dirty="0">
                <a:solidFill>
                  <a:schemeClr val="tx2"/>
                </a:solidFill>
                <a:latin typeface="Calibri"/>
              </a:rPr>
              <a:t>)</a:t>
            </a:r>
          </a:p>
          <a:p>
            <a:r>
              <a:rPr lang="es-ES" sz="1600" dirty="0">
                <a:solidFill>
                  <a:schemeClr val="tx2"/>
                </a:solidFill>
                <a:latin typeface="Calibri"/>
              </a:rPr>
              <a:t>Sugerencias ML: resumir, sugerir respuestas, autocompletar campos</a:t>
            </a:r>
          </a:p>
          <a:p>
            <a:r>
              <a:rPr lang="es-ES" sz="1600" dirty="0">
                <a:solidFill>
                  <a:schemeClr val="tx2"/>
                </a:solidFill>
                <a:latin typeface="Calibri"/>
              </a:rPr>
              <a:t>Búsqueda semántica y detección de duplicados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s-MX" sz="3300" b="1" dirty="0">
                <a:latin typeface="Calibri"/>
              </a:rPr>
              <a:t>Automatización y análisis ML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CC796D7C-F6FA-71C5-C68C-AE6081B4EF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035900"/>
              </p:ext>
            </p:extLst>
          </p:nvPr>
        </p:nvGraphicFramePr>
        <p:xfrm>
          <a:off x="4003045" y="634326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s-MX" sz="3800" b="1" dirty="0">
                <a:latin typeface="Calibri"/>
              </a:rPr>
              <a:t>Integración y UX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41AD3D-19BF-25C6-4608-3011784B2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274546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100</Words>
  <Application>Microsoft Office PowerPoint</Application>
  <PresentationFormat>Presentación en pantalla (4:3)</PresentationFormat>
  <Paragraphs>14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Flowing MVP — Capacidades</vt:lpstr>
      <vt:lpstr>Asistente contextual inteligente</vt:lpstr>
      <vt:lpstr>Automatización y análisis ML</vt:lpstr>
      <vt:lpstr>Integración y UX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Hernandez Ochoa</cp:lastModifiedBy>
  <cp:revision>3</cp:revision>
  <dcterms:created xsi:type="dcterms:W3CDTF">2013-01-27T09:14:16Z</dcterms:created>
  <dcterms:modified xsi:type="dcterms:W3CDTF">2025-12-16T22:57:17Z</dcterms:modified>
  <cp:category/>
</cp:coreProperties>
</file>